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8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9799BE-5780-4B6F-B05B-CEB9830839A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20FA002-BECD-4C9A-B25C-9D21BD3EB1D9}">
      <dgm:prSet/>
      <dgm:spPr/>
      <dgm:t>
        <a:bodyPr/>
        <a:lstStyle/>
        <a:p>
          <a:r>
            <a:rPr lang="en-US"/>
            <a:t>Fully disabled individuals (ALS, Paralysis, locked-in syndrome) lose the miracle of communication.</a:t>
          </a:r>
        </a:p>
      </dgm:t>
    </dgm:pt>
    <dgm:pt modelId="{C0DE9851-FB2D-4B16-B72C-FE0BDB819C5E}" type="parTrans" cxnId="{54815873-FF18-42B2-94D7-5E0E26B582B0}">
      <dgm:prSet/>
      <dgm:spPr/>
      <dgm:t>
        <a:bodyPr/>
        <a:lstStyle/>
        <a:p>
          <a:endParaRPr lang="en-US"/>
        </a:p>
      </dgm:t>
    </dgm:pt>
    <dgm:pt modelId="{3528C065-D83E-4E7E-B91B-C1F5A2EC5769}" type="sibTrans" cxnId="{54815873-FF18-42B2-94D7-5E0E26B582B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ADD596A-301B-498C-A621-68541C98862D}">
      <dgm:prSet/>
      <dgm:spPr/>
      <dgm:t>
        <a:bodyPr/>
        <a:lstStyle/>
        <a:p>
          <a:r>
            <a:rPr lang="en-US"/>
            <a:t>Existing solutions are often bulky and expensive.</a:t>
          </a:r>
        </a:p>
      </dgm:t>
    </dgm:pt>
    <dgm:pt modelId="{8EE4A56F-64E0-4810-B150-5B5089840393}" type="parTrans" cxnId="{6EEA0937-8AE9-451D-8567-2FC711087DF5}">
      <dgm:prSet/>
      <dgm:spPr/>
      <dgm:t>
        <a:bodyPr/>
        <a:lstStyle/>
        <a:p>
          <a:endParaRPr lang="en-US"/>
        </a:p>
      </dgm:t>
    </dgm:pt>
    <dgm:pt modelId="{5A9E5D47-80EE-4DEE-AAE4-616A264D5889}" type="sibTrans" cxnId="{6EEA0937-8AE9-451D-8567-2FC711087DF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BAD85AC-8609-4C50-A1F8-F016F3551ECE}">
      <dgm:prSet/>
      <dgm:spPr/>
      <dgm:t>
        <a:bodyPr/>
        <a:lstStyle/>
        <a:p>
          <a:r>
            <a:rPr lang="en-US"/>
            <a:t>Limited access to affordable communication technology in Egypt.</a:t>
          </a:r>
        </a:p>
      </dgm:t>
    </dgm:pt>
    <dgm:pt modelId="{67250CB7-DAE3-4DBB-AAF9-D88B1EE2E3C4}" type="parTrans" cxnId="{371425D4-12D6-425C-80EC-A3A6E532D33B}">
      <dgm:prSet/>
      <dgm:spPr/>
      <dgm:t>
        <a:bodyPr/>
        <a:lstStyle/>
        <a:p>
          <a:endParaRPr lang="en-US"/>
        </a:p>
      </dgm:t>
    </dgm:pt>
    <dgm:pt modelId="{AB4041F6-D175-4FFF-80E2-433727551D91}" type="sibTrans" cxnId="{371425D4-12D6-425C-80EC-A3A6E532D33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333A522-5CAF-4438-8DCF-5E3EA90685FB}" type="pres">
      <dgm:prSet presAssocID="{919799BE-5780-4B6F-B05B-CEB9830839AF}" presName="Name0" presStyleCnt="0">
        <dgm:presLayoutVars>
          <dgm:animLvl val="lvl"/>
          <dgm:resizeHandles val="exact"/>
        </dgm:presLayoutVars>
      </dgm:prSet>
      <dgm:spPr/>
    </dgm:pt>
    <dgm:pt modelId="{1475837B-0DB4-45AB-B85A-001D58C8DF6C}" type="pres">
      <dgm:prSet presAssocID="{920FA002-BECD-4C9A-B25C-9D21BD3EB1D9}" presName="compositeNode" presStyleCnt="0">
        <dgm:presLayoutVars>
          <dgm:bulletEnabled val="1"/>
        </dgm:presLayoutVars>
      </dgm:prSet>
      <dgm:spPr/>
    </dgm:pt>
    <dgm:pt modelId="{FA2FCABC-9B8D-4D53-8852-E8D30CDFA8D2}" type="pres">
      <dgm:prSet presAssocID="{920FA002-BECD-4C9A-B25C-9D21BD3EB1D9}" presName="bgRect" presStyleLbl="alignNode1" presStyleIdx="0" presStyleCnt="3"/>
      <dgm:spPr/>
    </dgm:pt>
    <dgm:pt modelId="{7E5090B8-78D0-47D5-84AE-99D506C1E932}" type="pres">
      <dgm:prSet presAssocID="{3528C065-D83E-4E7E-B91B-C1F5A2EC576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63D79CF-E95B-489F-8FC2-7AC49F0468DF}" type="pres">
      <dgm:prSet presAssocID="{920FA002-BECD-4C9A-B25C-9D21BD3EB1D9}" presName="nodeRect" presStyleLbl="alignNode1" presStyleIdx="0" presStyleCnt="3">
        <dgm:presLayoutVars>
          <dgm:bulletEnabled val="1"/>
        </dgm:presLayoutVars>
      </dgm:prSet>
      <dgm:spPr/>
    </dgm:pt>
    <dgm:pt modelId="{98E3FC34-54CA-47DC-8596-E7ED110E41E9}" type="pres">
      <dgm:prSet presAssocID="{3528C065-D83E-4E7E-B91B-C1F5A2EC5769}" presName="sibTrans" presStyleCnt="0"/>
      <dgm:spPr/>
    </dgm:pt>
    <dgm:pt modelId="{D0C9703C-DBDA-4A12-B2E1-A38E3E8E7E35}" type="pres">
      <dgm:prSet presAssocID="{0ADD596A-301B-498C-A621-68541C98862D}" presName="compositeNode" presStyleCnt="0">
        <dgm:presLayoutVars>
          <dgm:bulletEnabled val="1"/>
        </dgm:presLayoutVars>
      </dgm:prSet>
      <dgm:spPr/>
    </dgm:pt>
    <dgm:pt modelId="{A552E7A5-303C-4A79-A1FB-3F041ACFB98C}" type="pres">
      <dgm:prSet presAssocID="{0ADD596A-301B-498C-A621-68541C98862D}" presName="bgRect" presStyleLbl="alignNode1" presStyleIdx="1" presStyleCnt="3"/>
      <dgm:spPr/>
    </dgm:pt>
    <dgm:pt modelId="{5E152767-F7D3-45B9-9E83-34EE4A150FB1}" type="pres">
      <dgm:prSet presAssocID="{5A9E5D47-80EE-4DEE-AAE4-616A264D588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71F1CCE-D0DB-46B3-AD39-AB12F29394F3}" type="pres">
      <dgm:prSet presAssocID="{0ADD596A-301B-498C-A621-68541C98862D}" presName="nodeRect" presStyleLbl="alignNode1" presStyleIdx="1" presStyleCnt="3">
        <dgm:presLayoutVars>
          <dgm:bulletEnabled val="1"/>
        </dgm:presLayoutVars>
      </dgm:prSet>
      <dgm:spPr/>
    </dgm:pt>
    <dgm:pt modelId="{677C6943-9CC4-4867-A987-C6E8138B00F4}" type="pres">
      <dgm:prSet presAssocID="{5A9E5D47-80EE-4DEE-AAE4-616A264D5889}" presName="sibTrans" presStyleCnt="0"/>
      <dgm:spPr/>
    </dgm:pt>
    <dgm:pt modelId="{FCC1F451-5571-46F7-8550-802CBADDDE66}" type="pres">
      <dgm:prSet presAssocID="{BBAD85AC-8609-4C50-A1F8-F016F3551ECE}" presName="compositeNode" presStyleCnt="0">
        <dgm:presLayoutVars>
          <dgm:bulletEnabled val="1"/>
        </dgm:presLayoutVars>
      </dgm:prSet>
      <dgm:spPr/>
    </dgm:pt>
    <dgm:pt modelId="{C68E060B-CBCA-418D-8DFB-126CBD149DEA}" type="pres">
      <dgm:prSet presAssocID="{BBAD85AC-8609-4C50-A1F8-F016F3551ECE}" presName="bgRect" presStyleLbl="alignNode1" presStyleIdx="2" presStyleCnt="3"/>
      <dgm:spPr/>
    </dgm:pt>
    <dgm:pt modelId="{7001A056-02B5-4B93-90B1-BDCC9B79BDB0}" type="pres">
      <dgm:prSet presAssocID="{AB4041F6-D175-4FFF-80E2-433727551D9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59620F1-0541-4C77-803E-77589015F21D}" type="pres">
      <dgm:prSet presAssocID="{BBAD85AC-8609-4C50-A1F8-F016F3551EC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B086720-2772-4E93-AD09-BF2CB24DD84F}" type="presOf" srcId="{919799BE-5780-4B6F-B05B-CEB9830839AF}" destId="{E333A522-5CAF-4438-8DCF-5E3EA90685FB}" srcOrd="0" destOrd="0" presId="urn:microsoft.com/office/officeart/2016/7/layout/LinearBlockProcessNumbered"/>
    <dgm:cxn modelId="{F09C6026-47DB-4043-8474-A3E779508068}" type="presOf" srcId="{5A9E5D47-80EE-4DEE-AAE4-616A264D5889}" destId="{5E152767-F7D3-45B9-9E83-34EE4A150FB1}" srcOrd="0" destOrd="0" presId="urn:microsoft.com/office/officeart/2016/7/layout/LinearBlockProcessNumbered"/>
    <dgm:cxn modelId="{6EEA0937-8AE9-451D-8567-2FC711087DF5}" srcId="{919799BE-5780-4B6F-B05B-CEB9830839AF}" destId="{0ADD596A-301B-498C-A621-68541C98862D}" srcOrd="1" destOrd="0" parTransId="{8EE4A56F-64E0-4810-B150-5B5089840393}" sibTransId="{5A9E5D47-80EE-4DEE-AAE4-616A264D5889}"/>
    <dgm:cxn modelId="{863F8262-AB7F-496A-AFE8-C90593275EFF}" type="presOf" srcId="{BBAD85AC-8609-4C50-A1F8-F016F3551ECE}" destId="{E59620F1-0541-4C77-803E-77589015F21D}" srcOrd="1" destOrd="0" presId="urn:microsoft.com/office/officeart/2016/7/layout/LinearBlockProcessNumbered"/>
    <dgm:cxn modelId="{54815873-FF18-42B2-94D7-5E0E26B582B0}" srcId="{919799BE-5780-4B6F-B05B-CEB9830839AF}" destId="{920FA002-BECD-4C9A-B25C-9D21BD3EB1D9}" srcOrd="0" destOrd="0" parTransId="{C0DE9851-FB2D-4B16-B72C-FE0BDB819C5E}" sibTransId="{3528C065-D83E-4E7E-B91B-C1F5A2EC5769}"/>
    <dgm:cxn modelId="{8EBCEE73-51B6-4A3E-858C-E76DC2648514}" type="presOf" srcId="{0ADD596A-301B-498C-A621-68541C98862D}" destId="{A552E7A5-303C-4A79-A1FB-3F041ACFB98C}" srcOrd="0" destOrd="0" presId="urn:microsoft.com/office/officeart/2016/7/layout/LinearBlockProcessNumbered"/>
    <dgm:cxn modelId="{077CB68B-C36E-4242-B57D-D8A8F72D6294}" type="presOf" srcId="{AB4041F6-D175-4FFF-80E2-433727551D91}" destId="{7001A056-02B5-4B93-90B1-BDCC9B79BDB0}" srcOrd="0" destOrd="0" presId="urn:microsoft.com/office/officeart/2016/7/layout/LinearBlockProcessNumbered"/>
    <dgm:cxn modelId="{3F2726A4-564C-432B-A588-AAF98CE9056F}" type="presOf" srcId="{0ADD596A-301B-498C-A621-68541C98862D}" destId="{271F1CCE-D0DB-46B3-AD39-AB12F29394F3}" srcOrd="1" destOrd="0" presId="urn:microsoft.com/office/officeart/2016/7/layout/LinearBlockProcessNumbered"/>
    <dgm:cxn modelId="{371425D4-12D6-425C-80EC-A3A6E532D33B}" srcId="{919799BE-5780-4B6F-B05B-CEB9830839AF}" destId="{BBAD85AC-8609-4C50-A1F8-F016F3551ECE}" srcOrd="2" destOrd="0" parTransId="{67250CB7-DAE3-4DBB-AAF9-D88B1EE2E3C4}" sibTransId="{AB4041F6-D175-4FFF-80E2-433727551D91}"/>
    <dgm:cxn modelId="{C90533DB-FC41-4F03-951D-0E23ED683A67}" type="presOf" srcId="{920FA002-BECD-4C9A-B25C-9D21BD3EB1D9}" destId="{463D79CF-E95B-489F-8FC2-7AC49F0468DF}" srcOrd="1" destOrd="0" presId="urn:microsoft.com/office/officeart/2016/7/layout/LinearBlockProcessNumbered"/>
    <dgm:cxn modelId="{D7F8B2DC-A770-4760-86AF-4F2FB80266AD}" type="presOf" srcId="{BBAD85AC-8609-4C50-A1F8-F016F3551ECE}" destId="{C68E060B-CBCA-418D-8DFB-126CBD149DEA}" srcOrd="0" destOrd="0" presId="urn:microsoft.com/office/officeart/2016/7/layout/LinearBlockProcessNumbered"/>
    <dgm:cxn modelId="{3E2DD5F6-2EBD-4114-8072-36E541B1C22C}" type="presOf" srcId="{920FA002-BECD-4C9A-B25C-9D21BD3EB1D9}" destId="{FA2FCABC-9B8D-4D53-8852-E8D30CDFA8D2}" srcOrd="0" destOrd="0" presId="urn:microsoft.com/office/officeart/2016/7/layout/LinearBlockProcessNumbered"/>
    <dgm:cxn modelId="{6ACC99FD-2B17-4E8A-B9F6-F9541B1760ED}" type="presOf" srcId="{3528C065-D83E-4E7E-B91B-C1F5A2EC5769}" destId="{7E5090B8-78D0-47D5-84AE-99D506C1E932}" srcOrd="0" destOrd="0" presId="urn:microsoft.com/office/officeart/2016/7/layout/LinearBlockProcessNumbered"/>
    <dgm:cxn modelId="{AD360DF2-0CFB-4BD4-B6A9-3759A7DA2BFF}" type="presParOf" srcId="{E333A522-5CAF-4438-8DCF-5E3EA90685FB}" destId="{1475837B-0DB4-45AB-B85A-001D58C8DF6C}" srcOrd="0" destOrd="0" presId="urn:microsoft.com/office/officeart/2016/7/layout/LinearBlockProcessNumbered"/>
    <dgm:cxn modelId="{C4C6B1F4-D570-4A95-9242-3E44CEBFC509}" type="presParOf" srcId="{1475837B-0DB4-45AB-B85A-001D58C8DF6C}" destId="{FA2FCABC-9B8D-4D53-8852-E8D30CDFA8D2}" srcOrd="0" destOrd="0" presId="urn:microsoft.com/office/officeart/2016/7/layout/LinearBlockProcessNumbered"/>
    <dgm:cxn modelId="{18EB0350-24B7-437C-A5B0-978E229BBCC6}" type="presParOf" srcId="{1475837B-0DB4-45AB-B85A-001D58C8DF6C}" destId="{7E5090B8-78D0-47D5-84AE-99D506C1E932}" srcOrd="1" destOrd="0" presId="urn:microsoft.com/office/officeart/2016/7/layout/LinearBlockProcessNumbered"/>
    <dgm:cxn modelId="{F3ADDB2E-DAE8-4316-B68B-9FEF20DE71D8}" type="presParOf" srcId="{1475837B-0DB4-45AB-B85A-001D58C8DF6C}" destId="{463D79CF-E95B-489F-8FC2-7AC49F0468DF}" srcOrd="2" destOrd="0" presId="urn:microsoft.com/office/officeart/2016/7/layout/LinearBlockProcessNumbered"/>
    <dgm:cxn modelId="{E8942FC3-3618-4FD6-B86D-51E482CC91BE}" type="presParOf" srcId="{E333A522-5CAF-4438-8DCF-5E3EA90685FB}" destId="{98E3FC34-54CA-47DC-8596-E7ED110E41E9}" srcOrd="1" destOrd="0" presId="urn:microsoft.com/office/officeart/2016/7/layout/LinearBlockProcessNumbered"/>
    <dgm:cxn modelId="{9309BFA4-E8A7-4737-A435-97C460467726}" type="presParOf" srcId="{E333A522-5CAF-4438-8DCF-5E3EA90685FB}" destId="{D0C9703C-DBDA-4A12-B2E1-A38E3E8E7E35}" srcOrd="2" destOrd="0" presId="urn:microsoft.com/office/officeart/2016/7/layout/LinearBlockProcessNumbered"/>
    <dgm:cxn modelId="{3CECD7E7-2436-4868-865A-D8AEA6179F10}" type="presParOf" srcId="{D0C9703C-DBDA-4A12-B2E1-A38E3E8E7E35}" destId="{A552E7A5-303C-4A79-A1FB-3F041ACFB98C}" srcOrd="0" destOrd="0" presId="urn:microsoft.com/office/officeart/2016/7/layout/LinearBlockProcessNumbered"/>
    <dgm:cxn modelId="{1F01DBE8-33E2-462B-A042-5209CB727E78}" type="presParOf" srcId="{D0C9703C-DBDA-4A12-B2E1-A38E3E8E7E35}" destId="{5E152767-F7D3-45B9-9E83-34EE4A150FB1}" srcOrd="1" destOrd="0" presId="urn:microsoft.com/office/officeart/2016/7/layout/LinearBlockProcessNumbered"/>
    <dgm:cxn modelId="{6037D752-C166-4ED9-8E1E-4D9A413C2527}" type="presParOf" srcId="{D0C9703C-DBDA-4A12-B2E1-A38E3E8E7E35}" destId="{271F1CCE-D0DB-46B3-AD39-AB12F29394F3}" srcOrd="2" destOrd="0" presId="urn:microsoft.com/office/officeart/2016/7/layout/LinearBlockProcessNumbered"/>
    <dgm:cxn modelId="{EFDE3BA1-FB2F-4DAC-A9EE-B240B12B07B9}" type="presParOf" srcId="{E333A522-5CAF-4438-8DCF-5E3EA90685FB}" destId="{677C6943-9CC4-4867-A987-C6E8138B00F4}" srcOrd="3" destOrd="0" presId="urn:microsoft.com/office/officeart/2016/7/layout/LinearBlockProcessNumbered"/>
    <dgm:cxn modelId="{D168E7D8-120E-4F7C-96ED-A2328691004A}" type="presParOf" srcId="{E333A522-5CAF-4438-8DCF-5E3EA90685FB}" destId="{FCC1F451-5571-46F7-8550-802CBADDDE66}" srcOrd="4" destOrd="0" presId="urn:microsoft.com/office/officeart/2016/7/layout/LinearBlockProcessNumbered"/>
    <dgm:cxn modelId="{7973DB50-0548-4D33-B95C-26A2B10F698C}" type="presParOf" srcId="{FCC1F451-5571-46F7-8550-802CBADDDE66}" destId="{C68E060B-CBCA-418D-8DFB-126CBD149DEA}" srcOrd="0" destOrd="0" presId="urn:microsoft.com/office/officeart/2016/7/layout/LinearBlockProcessNumbered"/>
    <dgm:cxn modelId="{9FBA7BF0-3AD3-472A-B48F-CBBEBD1BBF9C}" type="presParOf" srcId="{FCC1F451-5571-46F7-8550-802CBADDDE66}" destId="{7001A056-02B5-4B93-90B1-BDCC9B79BDB0}" srcOrd="1" destOrd="0" presId="urn:microsoft.com/office/officeart/2016/7/layout/LinearBlockProcessNumbered"/>
    <dgm:cxn modelId="{19EA0AE7-A966-493F-91EE-6340353E5FAD}" type="presParOf" srcId="{FCC1F451-5571-46F7-8550-802CBADDDE66}" destId="{E59620F1-0541-4C77-803E-77589015F21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E68090-8FF7-49CD-8044-AAC12F92841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A37E11-DEA8-416D-8943-4584F85BC215}">
      <dgm:prSet/>
      <dgm:spPr/>
      <dgm:t>
        <a:bodyPr/>
        <a:lstStyle/>
        <a:p>
          <a:r>
            <a:rPr lang="en-US"/>
            <a:t>Portable Eye-tracking system easily mounted on any moving chair.</a:t>
          </a:r>
        </a:p>
      </dgm:t>
    </dgm:pt>
    <dgm:pt modelId="{9A66E3D6-3D03-4804-9906-8EAD3683768B}" type="parTrans" cxnId="{B8F84644-4905-4035-9B16-87B2F927AFE9}">
      <dgm:prSet/>
      <dgm:spPr/>
      <dgm:t>
        <a:bodyPr/>
        <a:lstStyle/>
        <a:p>
          <a:endParaRPr lang="en-US"/>
        </a:p>
      </dgm:t>
    </dgm:pt>
    <dgm:pt modelId="{946FBA58-AA17-4BBE-9CD4-976EC83353F1}" type="sibTrans" cxnId="{B8F84644-4905-4035-9B16-87B2F927AFE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74D77B1F-7A1E-4243-817C-991906164C24}">
      <dgm:prSet/>
      <dgm:spPr/>
      <dgm:t>
        <a:bodyPr/>
        <a:lstStyle/>
        <a:p>
          <a:r>
            <a:rPr lang="en-US"/>
            <a:t>Specialized software optimized for gaze interaction.</a:t>
          </a:r>
        </a:p>
      </dgm:t>
    </dgm:pt>
    <dgm:pt modelId="{F3DB1FC8-40D5-4D41-8F48-66A349F2A4AD}" type="parTrans" cxnId="{C73322AA-A960-4C83-BB6C-7CA614B2A2CA}">
      <dgm:prSet/>
      <dgm:spPr/>
      <dgm:t>
        <a:bodyPr/>
        <a:lstStyle/>
        <a:p>
          <a:endParaRPr lang="en-US"/>
        </a:p>
      </dgm:t>
    </dgm:pt>
    <dgm:pt modelId="{377FF0E8-939A-4037-932C-2C3586DD4BF9}" type="sibTrans" cxnId="{C73322AA-A960-4C83-BB6C-7CA614B2A2C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7D6B640-9F45-45DB-8636-50188BE8ED3A}">
      <dgm:prSet/>
      <dgm:spPr/>
      <dgm:t>
        <a:bodyPr/>
        <a:lstStyle/>
        <a:p>
          <a:r>
            <a:rPr lang="en-US" dirty="0"/>
            <a:t>Real-time text to speech conversion.</a:t>
          </a:r>
        </a:p>
      </dgm:t>
    </dgm:pt>
    <dgm:pt modelId="{7929FCC4-8963-4F68-A242-834822743D0F}" type="parTrans" cxnId="{24898F60-79D9-4396-8B22-12930B48631E}">
      <dgm:prSet/>
      <dgm:spPr/>
      <dgm:t>
        <a:bodyPr/>
        <a:lstStyle/>
        <a:p>
          <a:endParaRPr lang="en-US"/>
        </a:p>
      </dgm:t>
    </dgm:pt>
    <dgm:pt modelId="{5626E692-CA6A-486F-B3AE-DBBD2B2985E2}" type="sibTrans" cxnId="{24898F60-79D9-4396-8B22-12930B48631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6736E46-CC1F-483A-9E49-9EACE531CBF1}" type="pres">
      <dgm:prSet presAssocID="{96E68090-8FF7-49CD-8044-AAC12F928419}" presName="Name0" presStyleCnt="0">
        <dgm:presLayoutVars>
          <dgm:animLvl val="lvl"/>
          <dgm:resizeHandles val="exact"/>
        </dgm:presLayoutVars>
      </dgm:prSet>
      <dgm:spPr/>
    </dgm:pt>
    <dgm:pt modelId="{217E86DE-AC74-49BE-80E7-8A2789DD1777}" type="pres">
      <dgm:prSet presAssocID="{03A37E11-DEA8-416D-8943-4584F85BC215}" presName="compositeNode" presStyleCnt="0">
        <dgm:presLayoutVars>
          <dgm:bulletEnabled val="1"/>
        </dgm:presLayoutVars>
      </dgm:prSet>
      <dgm:spPr/>
    </dgm:pt>
    <dgm:pt modelId="{F820910B-4BB9-46D5-AFFA-E42BF31BBD0F}" type="pres">
      <dgm:prSet presAssocID="{03A37E11-DEA8-416D-8943-4584F85BC215}" presName="bgRect" presStyleLbl="alignNode1" presStyleIdx="0" presStyleCnt="3"/>
      <dgm:spPr/>
    </dgm:pt>
    <dgm:pt modelId="{485F2859-FB70-4BB3-A615-4A872D1C1D10}" type="pres">
      <dgm:prSet presAssocID="{946FBA58-AA17-4BBE-9CD4-976EC83353F1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1A8FD60-28CC-404F-97A6-CA6740484EB4}" type="pres">
      <dgm:prSet presAssocID="{03A37E11-DEA8-416D-8943-4584F85BC215}" presName="nodeRect" presStyleLbl="alignNode1" presStyleIdx="0" presStyleCnt="3">
        <dgm:presLayoutVars>
          <dgm:bulletEnabled val="1"/>
        </dgm:presLayoutVars>
      </dgm:prSet>
      <dgm:spPr/>
    </dgm:pt>
    <dgm:pt modelId="{9CAF9B8C-3E3F-45F0-9EB6-7C8612EA5550}" type="pres">
      <dgm:prSet presAssocID="{946FBA58-AA17-4BBE-9CD4-976EC83353F1}" presName="sibTrans" presStyleCnt="0"/>
      <dgm:spPr/>
    </dgm:pt>
    <dgm:pt modelId="{06713857-0451-40BD-A223-A42D0F7D477D}" type="pres">
      <dgm:prSet presAssocID="{74D77B1F-7A1E-4243-817C-991906164C24}" presName="compositeNode" presStyleCnt="0">
        <dgm:presLayoutVars>
          <dgm:bulletEnabled val="1"/>
        </dgm:presLayoutVars>
      </dgm:prSet>
      <dgm:spPr/>
    </dgm:pt>
    <dgm:pt modelId="{B0EF1B52-8A28-46C6-B667-C10D16F0F7E4}" type="pres">
      <dgm:prSet presAssocID="{74D77B1F-7A1E-4243-817C-991906164C24}" presName="bgRect" presStyleLbl="alignNode1" presStyleIdx="1" presStyleCnt="3"/>
      <dgm:spPr/>
    </dgm:pt>
    <dgm:pt modelId="{CE1E5079-2B8A-4E11-A0FA-AD0B914E484C}" type="pres">
      <dgm:prSet presAssocID="{377FF0E8-939A-4037-932C-2C3586DD4BF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51201679-BFC9-4E41-989C-B10D637C4D71}" type="pres">
      <dgm:prSet presAssocID="{74D77B1F-7A1E-4243-817C-991906164C24}" presName="nodeRect" presStyleLbl="alignNode1" presStyleIdx="1" presStyleCnt="3">
        <dgm:presLayoutVars>
          <dgm:bulletEnabled val="1"/>
        </dgm:presLayoutVars>
      </dgm:prSet>
      <dgm:spPr/>
    </dgm:pt>
    <dgm:pt modelId="{3BB453A6-249D-4DE5-A848-269521DF43C7}" type="pres">
      <dgm:prSet presAssocID="{377FF0E8-939A-4037-932C-2C3586DD4BF9}" presName="sibTrans" presStyleCnt="0"/>
      <dgm:spPr/>
    </dgm:pt>
    <dgm:pt modelId="{CDEC481A-3A13-4187-8C3E-11C16599EFCD}" type="pres">
      <dgm:prSet presAssocID="{47D6B640-9F45-45DB-8636-50188BE8ED3A}" presName="compositeNode" presStyleCnt="0">
        <dgm:presLayoutVars>
          <dgm:bulletEnabled val="1"/>
        </dgm:presLayoutVars>
      </dgm:prSet>
      <dgm:spPr/>
    </dgm:pt>
    <dgm:pt modelId="{CAC6E83C-26A5-4CFA-A7AC-E72E436E948F}" type="pres">
      <dgm:prSet presAssocID="{47D6B640-9F45-45DB-8636-50188BE8ED3A}" presName="bgRect" presStyleLbl="alignNode1" presStyleIdx="2" presStyleCnt="3"/>
      <dgm:spPr/>
    </dgm:pt>
    <dgm:pt modelId="{21F80C18-AA62-4F00-9B2F-2820FBB2CCE3}" type="pres">
      <dgm:prSet presAssocID="{5626E692-CA6A-486F-B3AE-DBBD2B2985E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A93AC4F0-2F9B-4D4B-8086-5DA18002B0BF}" type="pres">
      <dgm:prSet presAssocID="{47D6B640-9F45-45DB-8636-50188BE8ED3A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BF98930E-F524-4D6C-A861-60CAEE38C522}" type="presOf" srcId="{74D77B1F-7A1E-4243-817C-991906164C24}" destId="{B0EF1B52-8A28-46C6-B667-C10D16F0F7E4}" srcOrd="0" destOrd="0" presId="urn:microsoft.com/office/officeart/2016/7/layout/LinearBlockProcessNumbered"/>
    <dgm:cxn modelId="{FB45BB20-60EC-46D3-864D-ACE6B6C67F1D}" type="presOf" srcId="{377FF0E8-939A-4037-932C-2C3586DD4BF9}" destId="{CE1E5079-2B8A-4E11-A0FA-AD0B914E484C}" srcOrd="0" destOrd="0" presId="urn:microsoft.com/office/officeart/2016/7/layout/LinearBlockProcessNumbered"/>
    <dgm:cxn modelId="{24898F60-79D9-4396-8B22-12930B48631E}" srcId="{96E68090-8FF7-49CD-8044-AAC12F928419}" destId="{47D6B640-9F45-45DB-8636-50188BE8ED3A}" srcOrd="2" destOrd="0" parTransId="{7929FCC4-8963-4F68-A242-834822743D0F}" sibTransId="{5626E692-CA6A-486F-B3AE-DBBD2B2985E2}"/>
    <dgm:cxn modelId="{B8F84644-4905-4035-9B16-87B2F927AFE9}" srcId="{96E68090-8FF7-49CD-8044-AAC12F928419}" destId="{03A37E11-DEA8-416D-8943-4584F85BC215}" srcOrd="0" destOrd="0" parTransId="{9A66E3D6-3D03-4804-9906-8EAD3683768B}" sibTransId="{946FBA58-AA17-4BBE-9CD4-976EC83353F1}"/>
    <dgm:cxn modelId="{5B1FAA65-1F4B-45FD-9A5E-0464B65F7320}" type="presOf" srcId="{47D6B640-9F45-45DB-8636-50188BE8ED3A}" destId="{A93AC4F0-2F9B-4D4B-8086-5DA18002B0BF}" srcOrd="1" destOrd="0" presId="urn:microsoft.com/office/officeart/2016/7/layout/LinearBlockProcessNumbered"/>
    <dgm:cxn modelId="{BD415D4C-9E09-4409-869F-88B5627E63AF}" type="presOf" srcId="{47D6B640-9F45-45DB-8636-50188BE8ED3A}" destId="{CAC6E83C-26A5-4CFA-A7AC-E72E436E948F}" srcOrd="0" destOrd="0" presId="urn:microsoft.com/office/officeart/2016/7/layout/LinearBlockProcessNumbered"/>
    <dgm:cxn modelId="{63B62088-25AE-49BA-B0F6-2C85D46B3228}" type="presOf" srcId="{96E68090-8FF7-49CD-8044-AAC12F928419}" destId="{96736E46-CC1F-483A-9E49-9EACE531CBF1}" srcOrd="0" destOrd="0" presId="urn:microsoft.com/office/officeart/2016/7/layout/LinearBlockProcessNumbered"/>
    <dgm:cxn modelId="{91B58F8A-AF00-4EA1-AEDC-56717777960F}" type="presOf" srcId="{74D77B1F-7A1E-4243-817C-991906164C24}" destId="{51201679-BFC9-4E41-989C-B10D637C4D71}" srcOrd="1" destOrd="0" presId="urn:microsoft.com/office/officeart/2016/7/layout/LinearBlockProcessNumbered"/>
    <dgm:cxn modelId="{C73322AA-A960-4C83-BB6C-7CA614B2A2CA}" srcId="{96E68090-8FF7-49CD-8044-AAC12F928419}" destId="{74D77B1F-7A1E-4243-817C-991906164C24}" srcOrd="1" destOrd="0" parTransId="{F3DB1FC8-40D5-4D41-8F48-66A349F2A4AD}" sibTransId="{377FF0E8-939A-4037-932C-2C3586DD4BF9}"/>
    <dgm:cxn modelId="{0E8CF6B4-48A9-4984-94F3-EDF8F12E7E6A}" type="presOf" srcId="{946FBA58-AA17-4BBE-9CD4-976EC83353F1}" destId="{485F2859-FB70-4BB3-A615-4A872D1C1D10}" srcOrd="0" destOrd="0" presId="urn:microsoft.com/office/officeart/2016/7/layout/LinearBlockProcessNumbered"/>
    <dgm:cxn modelId="{116BC1D0-96C5-40AC-8188-3D4596EC523C}" type="presOf" srcId="{5626E692-CA6A-486F-B3AE-DBBD2B2985E2}" destId="{21F80C18-AA62-4F00-9B2F-2820FBB2CCE3}" srcOrd="0" destOrd="0" presId="urn:microsoft.com/office/officeart/2016/7/layout/LinearBlockProcessNumbered"/>
    <dgm:cxn modelId="{5CDC0EE7-9866-4041-A48F-34CA61219BE3}" type="presOf" srcId="{03A37E11-DEA8-416D-8943-4584F85BC215}" destId="{F820910B-4BB9-46D5-AFFA-E42BF31BBD0F}" srcOrd="0" destOrd="0" presId="urn:microsoft.com/office/officeart/2016/7/layout/LinearBlockProcessNumbered"/>
    <dgm:cxn modelId="{A2D82EE7-7C24-4F7B-A93D-37645F7D9549}" type="presOf" srcId="{03A37E11-DEA8-416D-8943-4584F85BC215}" destId="{81A8FD60-28CC-404F-97A6-CA6740484EB4}" srcOrd="1" destOrd="0" presId="urn:microsoft.com/office/officeart/2016/7/layout/LinearBlockProcessNumbered"/>
    <dgm:cxn modelId="{9119CF28-106F-4E6F-83F6-7B44A536784C}" type="presParOf" srcId="{96736E46-CC1F-483A-9E49-9EACE531CBF1}" destId="{217E86DE-AC74-49BE-80E7-8A2789DD1777}" srcOrd="0" destOrd="0" presId="urn:microsoft.com/office/officeart/2016/7/layout/LinearBlockProcessNumbered"/>
    <dgm:cxn modelId="{630B9E8C-5611-46BE-AD31-1D12147D8E7C}" type="presParOf" srcId="{217E86DE-AC74-49BE-80E7-8A2789DD1777}" destId="{F820910B-4BB9-46D5-AFFA-E42BF31BBD0F}" srcOrd="0" destOrd="0" presId="urn:microsoft.com/office/officeart/2016/7/layout/LinearBlockProcessNumbered"/>
    <dgm:cxn modelId="{7AD682B8-979A-43DE-B4C2-A73463A028CE}" type="presParOf" srcId="{217E86DE-AC74-49BE-80E7-8A2789DD1777}" destId="{485F2859-FB70-4BB3-A615-4A872D1C1D10}" srcOrd="1" destOrd="0" presId="urn:microsoft.com/office/officeart/2016/7/layout/LinearBlockProcessNumbered"/>
    <dgm:cxn modelId="{467C36F9-50A0-444E-9E1D-37312E5582B3}" type="presParOf" srcId="{217E86DE-AC74-49BE-80E7-8A2789DD1777}" destId="{81A8FD60-28CC-404F-97A6-CA6740484EB4}" srcOrd="2" destOrd="0" presId="urn:microsoft.com/office/officeart/2016/7/layout/LinearBlockProcessNumbered"/>
    <dgm:cxn modelId="{0D910605-8B3D-4323-A7D6-AE52C739011A}" type="presParOf" srcId="{96736E46-CC1F-483A-9E49-9EACE531CBF1}" destId="{9CAF9B8C-3E3F-45F0-9EB6-7C8612EA5550}" srcOrd="1" destOrd="0" presId="urn:microsoft.com/office/officeart/2016/7/layout/LinearBlockProcessNumbered"/>
    <dgm:cxn modelId="{FF4166A6-25C8-4F7D-B4EA-220D2E381E2F}" type="presParOf" srcId="{96736E46-CC1F-483A-9E49-9EACE531CBF1}" destId="{06713857-0451-40BD-A223-A42D0F7D477D}" srcOrd="2" destOrd="0" presId="urn:microsoft.com/office/officeart/2016/7/layout/LinearBlockProcessNumbered"/>
    <dgm:cxn modelId="{C98770C8-06E3-4D56-9303-9FAD2E370CA2}" type="presParOf" srcId="{06713857-0451-40BD-A223-A42D0F7D477D}" destId="{B0EF1B52-8A28-46C6-B667-C10D16F0F7E4}" srcOrd="0" destOrd="0" presId="urn:microsoft.com/office/officeart/2016/7/layout/LinearBlockProcessNumbered"/>
    <dgm:cxn modelId="{D4D3E7C0-A52A-40FB-8A08-4C8A77B43D4B}" type="presParOf" srcId="{06713857-0451-40BD-A223-A42D0F7D477D}" destId="{CE1E5079-2B8A-4E11-A0FA-AD0B914E484C}" srcOrd="1" destOrd="0" presId="urn:microsoft.com/office/officeart/2016/7/layout/LinearBlockProcessNumbered"/>
    <dgm:cxn modelId="{DB9719B2-9C9E-465F-8AAC-A34632B1BB0C}" type="presParOf" srcId="{06713857-0451-40BD-A223-A42D0F7D477D}" destId="{51201679-BFC9-4E41-989C-B10D637C4D71}" srcOrd="2" destOrd="0" presId="urn:microsoft.com/office/officeart/2016/7/layout/LinearBlockProcessNumbered"/>
    <dgm:cxn modelId="{F25743C9-2085-472C-BA8F-772FB023ABF6}" type="presParOf" srcId="{96736E46-CC1F-483A-9E49-9EACE531CBF1}" destId="{3BB453A6-249D-4DE5-A848-269521DF43C7}" srcOrd="3" destOrd="0" presId="urn:microsoft.com/office/officeart/2016/7/layout/LinearBlockProcessNumbered"/>
    <dgm:cxn modelId="{34AB742A-94C0-45E7-AAF1-8E243B88A6B8}" type="presParOf" srcId="{96736E46-CC1F-483A-9E49-9EACE531CBF1}" destId="{CDEC481A-3A13-4187-8C3E-11C16599EFCD}" srcOrd="4" destOrd="0" presId="urn:microsoft.com/office/officeart/2016/7/layout/LinearBlockProcessNumbered"/>
    <dgm:cxn modelId="{881D0CA5-5C8E-491A-A706-95834ADCFAC7}" type="presParOf" srcId="{CDEC481A-3A13-4187-8C3E-11C16599EFCD}" destId="{CAC6E83C-26A5-4CFA-A7AC-E72E436E948F}" srcOrd="0" destOrd="0" presId="urn:microsoft.com/office/officeart/2016/7/layout/LinearBlockProcessNumbered"/>
    <dgm:cxn modelId="{511994B7-F452-4BB8-AC34-B866A2DF7454}" type="presParOf" srcId="{CDEC481A-3A13-4187-8C3E-11C16599EFCD}" destId="{21F80C18-AA62-4F00-9B2F-2820FBB2CCE3}" srcOrd="1" destOrd="0" presId="urn:microsoft.com/office/officeart/2016/7/layout/LinearBlockProcessNumbered"/>
    <dgm:cxn modelId="{3BC62F71-529E-464C-B036-0B60AA113837}" type="presParOf" srcId="{CDEC481A-3A13-4187-8C3E-11C16599EFCD}" destId="{A93AC4F0-2F9B-4D4B-8086-5DA18002B0B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FCABC-9B8D-4D53-8852-E8D30CDFA8D2}">
      <dsp:nvSpPr>
        <dsp:cNvPr id="0" name=""/>
        <dsp:cNvSpPr/>
      </dsp:nvSpPr>
      <dsp:spPr>
        <a:xfrm>
          <a:off x="821" y="182441"/>
          <a:ext cx="3327201" cy="39926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Fully disabled individuals (ALS, Paralysis, locked-in syndrome) lose the miracle of communication.</a:t>
          </a:r>
        </a:p>
      </dsp:txBody>
      <dsp:txXfrm>
        <a:off x="821" y="1779497"/>
        <a:ext cx="3327201" cy="2395585"/>
      </dsp:txXfrm>
    </dsp:sp>
    <dsp:sp modelId="{7E5090B8-78D0-47D5-84AE-99D506C1E932}">
      <dsp:nvSpPr>
        <dsp:cNvPr id="0" name=""/>
        <dsp:cNvSpPr/>
      </dsp:nvSpPr>
      <dsp:spPr>
        <a:xfrm>
          <a:off x="821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182441"/>
        <a:ext cx="3327201" cy="1597056"/>
      </dsp:txXfrm>
    </dsp:sp>
    <dsp:sp modelId="{A552E7A5-303C-4A79-A1FB-3F041ACFB98C}">
      <dsp:nvSpPr>
        <dsp:cNvPr id="0" name=""/>
        <dsp:cNvSpPr/>
      </dsp:nvSpPr>
      <dsp:spPr>
        <a:xfrm>
          <a:off x="3594199" y="182441"/>
          <a:ext cx="3327201" cy="3992641"/>
        </a:xfrm>
        <a:prstGeom prst="rect">
          <a:avLst/>
        </a:prstGeom>
        <a:solidFill>
          <a:schemeClr val="accent5">
            <a:hueOff val="8704932"/>
            <a:satOff val="3846"/>
            <a:lumOff val="-4216"/>
            <a:alphaOff val="0"/>
          </a:schemeClr>
        </a:solidFill>
        <a:ln w="12700" cap="flat" cmpd="sng" algn="ctr">
          <a:solidFill>
            <a:schemeClr val="accent5">
              <a:hueOff val="8704932"/>
              <a:satOff val="3846"/>
              <a:lumOff val="-4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Existing solutions are often bulky and expensive.</a:t>
          </a:r>
        </a:p>
      </dsp:txBody>
      <dsp:txXfrm>
        <a:off x="3594199" y="1779497"/>
        <a:ext cx="3327201" cy="2395585"/>
      </dsp:txXfrm>
    </dsp:sp>
    <dsp:sp modelId="{5E152767-F7D3-45B9-9E83-34EE4A150FB1}">
      <dsp:nvSpPr>
        <dsp:cNvPr id="0" name=""/>
        <dsp:cNvSpPr/>
      </dsp:nvSpPr>
      <dsp:spPr>
        <a:xfrm>
          <a:off x="3594199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82441"/>
        <a:ext cx="3327201" cy="1597056"/>
      </dsp:txXfrm>
    </dsp:sp>
    <dsp:sp modelId="{C68E060B-CBCA-418D-8DFB-126CBD149DEA}">
      <dsp:nvSpPr>
        <dsp:cNvPr id="0" name=""/>
        <dsp:cNvSpPr/>
      </dsp:nvSpPr>
      <dsp:spPr>
        <a:xfrm>
          <a:off x="7187576" y="182441"/>
          <a:ext cx="3327201" cy="3992641"/>
        </a:xfrm>
        <a:prstGeom prst="rect">
          <a:avLst/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accent5">
              <a:hueOff val="17409864"/>
              <a:satOff val="7692"/>
              <a:lumOff val="-8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Limited access to affordable communication technology in Egypt.</a:t>
          </a:r>
        </a:p>
      </dsp:txBody>
      <dsp:txXfrm>
        <a:off x="7187576" y="1779497"/>
        <a:ext cx="3327201" cy="2395585"/>
      </dsp:txXfrm>
    </dsp:sp>
    <dsp:sp modelId="{7001A056-02B5-4B93-90B1-BDCC9B79BDB0}">
      <dsp:nvSpPr>
        <dsp:cNvPr id="0" name=""/>
        <dsp:cNvSpPr/>
      </dsp:nvSpPr>
      <dsp:spPr>
        <a:xfrm>
          <a:off x="7187576" y="182441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182441"/>
        <a:ext cx="3327201" cy="1597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0910B-4BB9-46D5-AFFA-E42BF31BBD0F}">
      <dsp:nvSpPr>
        <dsp:cNvPr id="0" name=""/>
        <dsp:cNvSpPr/>
      </dsp:nvSpPr>
      <dsp:spPr>
        <a:xfrm>
          <a:off x="820" y="0"/>
          <a:ext cx="3324308" cy="387694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0" rIns="328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Portable Eye-tracking system easily mounted on any moving chair.</a:t>
          </a:r>
        </a:p>
      </dsp:txBody>
      <dsp:txXfrm>
        <a:off x="820" y="1550779"/>
        <a:ext cx="3324308" cy="2326168"/>
      </dsp:txXfrm>
    </dsp:sp>
    <dsp:sp modelId="{485F2859-FB70-4BB3-A615-4A872D1C1D10}">
      <dsp:nvSpPr>
        <dsp:cNvPr id="0" name=""/>
        <dsp:cNvSpPr/>
      </dsp:nvSpPr>
      <dsp:spPr>
        <a:xfrm>
          <a:off x="820" y="0"/>
          <a:ext cx="3324308" cy="15507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165100" rIns="32836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0" y="0"/>
        <a:ext cx="3324308" cy="1550779"/>
      </dsp:txXfrm>
    </dsp:sp>
    <dsp:sp modelId="{B0EF1B52-8A28-46C6-B667-C10D16F0F7E4}">
      <dsp:nvSpPr>
        <dsp:cNvPr id="0" name=""/>
        <dsp:cNvSpPr/>
      </dsp:nvSpPr>
      <dsp:spPr>
        <a:xfrm>
          <a:off x="3591073" y="0"/>
          <a:ext cx="3324308" cy="387694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0" rIns="328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Specialized software optimized for gaze interaction.</a:t>
          </a:r>
        </a:p>
      </dsp:txBody>
      <dsp:txXfrm>
        <a:off x="3591073" y="1550779"/>
        <a:ext cx="3324308" cy="2326168"/>
      </dsp:txXfrm>
    </dsp:sp>
    <dsp:sp modelId="{CE1E5079-2B8A-4E11-A0FA-AD0B914E484C}">
      <dsp:nvSpPr>
        <dsp:cNvPr id="0" name=""/>
        <dsp:cNvSpPr/>
      </dsp:nvSpPr>
      <dsp:spPr>
        <a:xfrm>
          <a:off x="3591073" y="0"/>
          <a:ext cx="3324308" cy="15507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165100" rIns="32836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1073" y="0"/>
        <a:ext cx="3324308" cy="1550779"/>
      </dsp:txXfrm>
    </dsp:sp>
    <dsp:sp modelId="{CAC6E83C-26A5-4CFA-A7AC-E72E436E948F}">
      <dsp:nvSpPr>
        <dsp:cNvPr id="0" name=""/>
        <dsp:cNvSpPr/>
      </dsp:nvSpPr>
      <dsp:spPr>
        <a:xfrm>
          <a:off x="7181326" y="0"/>
          <a:ext cx="3324308" cy="387694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0" rIns="32836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Real-time text to speech conversion.</a:t>
          </a:r>
        </a:p>
      </dsp:txBody>
      <dsp:txXfrm>
        <a:off x="7181326" y="1550779"/>
        <a:ext cx="3324308" cy="2326168"/>
      </dsp:txXfrm>
    </dsp:sp>
    <dsp:sp modelId="{21F80C18-AA62-4F00-9B2F-2820FBB2CCE3}">
      <dsp:nvSpPr>
        <dsp:cNvPr id="0" name=""/>
        <dsp:cNvSpPr/>
      </dsp:nvSpPr>
      <dsp:spPr>
        <a:xfrm>
          <a:off x="7181326" y="0"/>
          <a:ext cx="3324308" cy="15507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368" tIns="165100" rIns="32836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1326" y="0"/>
        <a:ext cx="3324308" cy="1550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50B40-E974-47BB-8D7E-BE29953C11B9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31E0C-278F-4526-B01D-38E14DE41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31E0C-278F-4526-B01D-38E14DE411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0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85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5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2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3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1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6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0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9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8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37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n app can detect COVID-19 – level 1 - News in Levels">
            <a:extLst>
              <a:ext uri="{FF2B5EF4-FFF2-40B4-BE49-F238E27FC236}">
                <a16:creationId xmlns:a16="http://schemas.microsoft.com/office/drawing/2014/main" id="{F8A7004D-110E-C07C-18F2-8676DDCA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1" r="1463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B6330-2C68-09D1-B2B9-A37753F22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EyeTalk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A1878-D1C8-5801-FFA9-BF40832CB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An Accessible AAC Device Using Visual Speech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67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115D4-0BAF-50F4-3FC0-624EDB3A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Challenges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2DE47F-D3FC-6755-4DE2-35A9B9A5E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45379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346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E6B17-C74A-7D49-BBE5-8F03F202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sz="4800"/>
              <a:t>Solution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D2F6031-3763-A0F3-22B2-DE52D5D2D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157866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575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E45DE-3DD6-6354-E208-65009D70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Project Architecture / Block Diagram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C7E2FC-102E-2C02-4218-D24AA58EA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796" y="498698"/>
            <a:ext cx="2893382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/>
              <a:t>The Project’s software is separated into three main blocks.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42CE7-7F14-F670-6F39-14BD18888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74" y="2091095"/>
            <a:ext cx="10135516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computer chip with a ribbon&#10;&#10;AI-generated content may be incorrect.">
            <a:extLst>
              <a:ext uri="{FF2B5EF4-FFF2-40B4-BE49-F238E27FC236}">
                <a16:creationId xmlns:a16="http://schemas.microsoft.com/office/drawing/2014/main" id="{E35B2C27-5497-F3E7-54EB-71143932C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1026"/>
          <a:stretch>
            <a:fillRect/>
          </a:stretch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aspberry Pi 5">
            <a:extLst>
              <a:ext uri="{FF2B5EF4-FFF2-40B4-BE49-F238E27FC236}">
                <a16:creationId xmlns:a16="http://schemas.microsoft.com/office/drawing/2014/main" id="{D2B3EFCF-89D4-BF76-5243-685332FCD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0" r="-2" b="12995"/>
          <a:stretch>
            <a:fillRect/>
          </a:stretch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0A4B8-084B-6BE5-B5C4-A8B5895F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/>
              <a:t>Hardware stack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BAF6-921F-D6D9-2005-52A2392A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1800" dirty="0"/>
              <a:t>Raspberry Pi 5 8GB (Possibility of a more power processing unit if need be).</a:t>
            </a:r>
          </a:p>
          <a:p>
            <a:r>
              <a:rPr lang="en-US" sz="1800" dirty="0"/>
              <a:t>IR Camera Module (With </a:t>
            </a:r>
            <a:r>
              <a:rPr lang="en-US" sz="1800" dirty="0" err="1"/>
              <a:t>NoIR</a:t>
            </a:r>
            <a:r>
              <a:rPr lang="en-US" sz="1800" dirty="0"/>
              <a:t> filter).</a:t>
            </a:r>
          </a:p>
          <a:p>
            <a:r>
              <a:rPr lang="en-US" sz="1800" dirty="0"/>
              <a:t>Infrared LEDs (For pupil detection).</a:t>
            </a:r>
          </a:p>
          <a:p>
            <a:r>
              <a:rPr lang="en-US" sz="1800" dirty="0"/>
              <a:t>Portable Power Bank.</a:t>
            </a:r>
          </a:p>
          <a:p>
            <a:r>
              <a:rPr lang="en-US" sz="1800" dirty="0"/>
              <a:t>3D-Printed Enclosure.</a:t>
            </a:r>
          </a:p>
          <a:p>
            <a:endParaRPr lang="en-US" sz="1800" dirty="0"/>
          </a:p>
          <a:p>
            <a:r>
              <a:rPr lang="en-US" sz="1800" dirty="0"/>
              <a:t>Total Cost: ~20000 to 30000 EGP</a:t>
            </a:r>
          </a:p>
        </p:txBody>
      </p:sp>
    </p:spTree>
    <p:extLst>
      <p:ext uri="{BB962C8B-B14F-4D97-AF65-F5344CB8AC3E}">
        <p14:creationId xmlns:p14="http://schemas.microsoft.com/office/powerpoint/2010/main" val="35896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91C55-05BF-3F1B-9FF4-896ED7BD7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dirty="0"/>
              <a:t>Software stack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71EA-AD57-A8B2-C155-287CE0A43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/>
              <a:t>Core programming Language: Python 3</a:t>
            </a:r>
          </a:p>
          <a:p>
            <a:pPr>
              <a:lnSpc>
                <a:spcPct val="100000"/>
              </a:lnSpc>
            </a:pPr>
            <a:endParaRPr lang="en-US" sz="1900" dirty="0"/>
          </a:p>
          <a:p>
            <a:pPr>
              <a:lnSpc>
                <a:spcPct val="100000"/>
              </a:lnSpc>
            </a:pPr>
            <a:r>
              <a:rPr lang="en-US" sz="1900" dirty="0"/>
              <a:t>Sample core Applications/Libraries: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1. OpenCV (Computer vision)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2. </a:t>
            </a:r>
            <a:r>
              <a:rPr lang="en-US" sz="1900" dirty="0" err="1"/>
              <a:t>Dlib</a:t>
            </a:r>
            <a:r>
              <a:rPr lang="en-US" sz="1900" dirty="0"/>
              <a:t> (Facial landmark detection)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3. </a:t>
            </a:r>
            <a:r>
              <a:rPr lang="en-US" sz="1900" dirty="0" err="1"/>
              <a:t>PyQt</a:t>
            </a:r>
            <a:r>
              <a:rPr lang="en-US" sz="1900" dirty="0"/>
              <a:t>/</a:t>
            </a:r>
            <a:r>
              <a:rPr lang="en-US" sz="1900" dirty="0" err="1"/>
              <a:t>Tkinter</a:t>
            </a:r>
            <a:r>
              <a:rPr lang="en-US" sz="1900" dirty="0"/>
              <a:t> (User interface)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4. PyTTsx3 (Text-to-speech)</a:t>
            </a:r>
          </a:p>
          <a:p>
            <a:pPr>
              <a:lnSpc>
                <a:spcPct val="100000"/>
              </a:lnSpc>
            </a:pPr>
            <a:endParaRPr lang="en-US" sz="1900" dirty="0"/>
          </a:p>
          <a:p>
            <a:pPr>
              <a:lnSpc>
                <a:spcPct val="100000"/>
              </a:lnSpc>
            </a:pPr>
            <a:r>
              <a:rPr lang="en-US" sz="1900" dirty="0"/>
              <a:t>Additional Components: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1. Word prediction algorithms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2. Calibration systems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3. 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22115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28E3505-36F5-47A9-A188-7C60ACBB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Blue blocks and networks technology background">
            <a:extLst>
              <a:ext uri="{FF2B5EF4-FFF2-40B4-BE49-F238E27FC236}">
                <a16:creationId xmlns:a16="http://schemas.microsoft.com/office/drawing/2014/main" id="{C26D628E-11C6-81A8-E27D-63A2389F4D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7" r="45128" b="-446"/>
          <a:stretch>
            <a:fillRect/>
          </a:stretch>
        </p:blipFill>
        <p:spPr>
          <a:xfrm>
            <a:off x="3143213" y="10"/>
            <a:ext cx="4956582" cy="6857990"/>
          </a:xfrm>
          <a:custGeom>
            <a:avLst/>
            <a:gdLst/>
            <a:ahLst/>
            <a:cxnLst/>
            <a:rect l="l" t="t" r="r" b="b"/>
            <a:pathLst>
              <a:path w="4956582" h="6858000">
                <a:moveTo>
                  <a:pt x="0" y="0"/>
                </a:moveTo>
                <a:lnTo>
                  <a:pt x="4161807" y="0"/>
                </a:lnTo>
                <a:lnTo>
                  <a:pt x="4176560" y="27485"/>
                </a:lnTo>
                <a:cubicBezTo>
                  <a:pt x="4666464" y="986552"/>
                  <a:pt x="4956582" y="2177077"/>
                  <a:pt x="4956582" y="3466807"/>
                </a:cubicBezTo>
                <a:cubicBezTo>
                  <a:pt x="4956582" y="4657326"/>
                  <a:pt x="4709381" y="5763316"/>
                  <a:pt x="4286027" y="6680757"/>
                </a:cubicBezTo>
                <a:lnTo>
                  <a:pt x="4199937" y="6858000"/>
                </a:lnTo>
                <a:lnTo>
                  <a:pt x="53039" y="6858000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283B6091-C9A6-4C92-8315-2DE12015E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C6ACBBE-7216-419A-81B7-BD305A9F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36783-4A2E-E96A-7764-3554CF37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903843" cy="4526280"/>
          </a:xfrm>
        </p:spPr>
        <p:txBody>
          <a:bodyPr>
            <a:normAutofit/>
          </a:bodyPr>
          <a:lstStyle/>
          <a:p>
            <a:r>
              <a:rPr lang="en-US" sz="3200" dirty="0"/>
              <a:t>Project Roadmap (Gantt chart)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747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1883-998D-0ADA-3762-75B9C9BD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1" y="932688"/>
            <a:ext cx="3150108" cy="4992624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dirty="0"/>
              <a:t>Phase 1: Foundation &amp; Research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1. Technical research &amp;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2. System architecture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3. Component procurement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Phase 2: Core Development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1. Gaze tracking alpha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2. Virtual keyboard MVP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3. Hardware prototype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Phase 3: Integration &amp; Polish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1. System integration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2. Feature completion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3. Performance optimization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Phase 4: Testing &amp; Finalization (4 weeks)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1. User testing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2. Final documentation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3. Project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4028549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7" name="Rectangle 696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99" name="Rectangle 698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A2001-29E3-88A0-D265-083F574E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37285" cy="1645920"/>
          </a:xfrm>
        </p:spPr>
        <p:txBody>
          <a:bodyPr>
            <a:normAutofit/>
          </a:bodyPr>
          <a:lstStyle/>
          <a:p>
            <a:r>
              <a:rPr lang="en-US" sz="3200" dirty="0"/>
              <a:t>Project Road map</a:t>
            </a:r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80FC2-45A9-9ABD-726C-0678078EF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Gantt chart for efficient Planning &amp; Project Management.</a:t>
            </a:r>
          </a:p>
        </p:txBody>
      </p:sp>
      <p:grpSp>
        <p:nvGrpSpPr>
          <p:cNvPr id="341" name="Gantt">
            <a:extLst>
              <a:ext uri="{FF2B5EF4-FFF2-40B4-BE49-F238E27FC236}">
                <a16:creationId xmlns:a16="http://schemas.microsoft.com/office/drawing/2014/main" id="{B04D1753-C747-6BDC-9342-ACA006E6EF1C}"/>
              </a:ext>
            </a:extLst>
          </p:cNvPr>
          <p:cNvGrpSpPr/>
          <p:nvPr/>
        </p:nvGrpSpPr>
        <p:grpSpPr>
          <a:xfrm>
            <a:off x="557785" y="3233815"/>
            <a:ext cx="11164820" cy="2484353"/>
            <a:chOff x="-11038200" y="1331400"/>
            <a:chExt cx="34276000" cy="4202800"/>
          </a:xfrm>
        </p:grpSpPr>
        <p:sp>
          <p:nvSpPr>
            <p:cNvPr id="342" name="rect">
              <a:extLst>
                <a:ext uri="{FF2B5EF4-FFF2-40B4-BE49-F238E27FC236}">
                  <a16:creationId xmlns:a16="http://schemas.microsoft.com/office/drawing/2014/main" id="{980EDE1A-F7E0-FF6A-F54D-BB24BC0D94DB}"/>
                </a:ext>
              </a:extLst>
            </p:cNvPr>
            <p:cNvSpPr/>
            <p:nvPr/>
          </p:nvSpPr>
          <p:spPr>
            <a:xfrm>
              <a:off x="-11038200" y="1331400"/>
              <a:ext cx="4347200" cy="304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85000">
                  <a:srgbClr val="FFFFFF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7600" cap="flat">
              <a:solidFill>
                <a:srgbClr val="EBEBEB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rect">
              <a:extLst>
                <a:ext uri="{FF2B5EF4-FFF2-40B4-BE49-F238E27FC236}">
                  <a16:creationId xmlns:a16="http://schemas.microsoft.com/office/drawing/2014/main" id="{37953650-06C8-A997-EBDE-187470E77DB5}"/>
                </a:ext>
              </a:extLst>
            </p:cNvPr>
            <p:cNvSpPr/>
            <p:nvPr/>
          </p:nvSpPr>
          <p:spPr>
            <a:xfrm>
              <a:off x="-6691000" y="1331400"/>
              <a:ext cx="29928800" cy="152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85000">
                  <a:srgbClr val="FFFFFF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7600" cap="flat">
              <a:solidFill>
                <a:srgbClr val="EBEBEB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rect">
              <a:extLst>
                <a:ext uri="{FF2B5EF4-FFF2-40B4-BE49-F238E27FC236}">
                  <a16:creationId xmlns:a16="http://schemas.microsoft.com/office/drawing/2014/main" id="{2F226332-7509-20D9-634B-5D70DA155095}"/>
                </a:ext>
              </a:extLst>
            </p:cNvPr>
            <p:cNvSpPr/>
            <p:nvPr/>
          </p:nvSpPr>
          <p:spPr>
            <a:xfrm>
              <a:off x="-6691000" y="1483400"/>
              <a:ext cx="29928800" cy="152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85000">
                  <a:srgbClr val="FFFFFF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7600" cap="flat">
              <a:solidFill>
                <a:srgbClr val="EBEBEB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Text 107">
              <a:extLst>
                <a:ext uri="{FF2B5EF4-FFF2-40B4-BE49-F238E27FC236}">
                  <a16:creationId xmlns:a16="http://schemas.microsoft.com/office/drawing/2014/main" id="{1312B9A6-78AF-D677-DA5A-140DE258FB4B}"/>
                </a:ext>
              </a:extLst>
            </p:cNvPr>
            <p:cNvSpPr txBox="1"/>
            <p:nvPr/>
          </p:nvSpPr>
          <p:spPr>
            <a:xfrm>
              <a:off x="-11023838" y="1331400"/>
              <a:ext cx="305974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ID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8" name="Text 108">
              <a:extLst>
                <a:ext uri="{FF2B5EF4-FFF2-40B4-BE49-F238E27FC236}">
                  <a16:creationId xmlns:a16="http://schemas.microsoft.com/office/drawing/2014/main" id="{E755F57F-822E-3026-1E82-73DE42A0475D}"/>
                </a:ext>
              </a:extLst>
            </p:cNvPr>
            <p:cNvSpPr txBox="1"/>
            <p:nvPr/>
          </p:nvSpPr>
          <p:spPr>
            <a:xfrm>
              <a:off x="-10687463" y="13314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Task Name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50" name="Text 109">
              <a:extLst>
                <a:ext uri="{FF2B5EF4-FFF2-40B4-BE49-F238E27FC236}">
                  <a16:creationId xmlns:a16="http://schemas.microsoft.com/office/drawing/2014/main" id="{1ADA17F8-6C5A-2CF3-69F1-22FA171C1F41}"/>
                </a:ext>
              </a:extLst>
            </p:cNvPr>
            <p:cNvSpPr txBox="1"/>
            <p:nvPr/>
          </p:nvSpPr>
          <p:spPr>
            <a:xfrm>
              <a:off x="-9319468" y="1331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Start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52" name="Text 110">
              <a:extLst>
                <a:ext uri="{FF2B5EF4-FFF2-40B4-BE49-F238E27FC236}">
                  <a16:creationId xmlns:a16="http://schemas.microsoft.com/office/drawing/2014/main" id="{34D56266-C54A-8335-EAE6-3DF3CE6AC12A}"/>
                </a:ext>
              </a:extLst>
            </p:cNvPr>
            <p:cNvSpPr txBox="1"/>
            <p:nvPr/>
          </p:nvSpPr>
          <p:spPr>
            <a:xfrm>
              <a:off x="-8627868" y="1331400"/>
              <a:ext cx="716375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Finish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53" name="Text 111">
              <a:extLst>
                <a:ext uri="{FF2B5EF4-FFF2-40B4-BE49-F238E27FC236}">
                  <a16:creationId xmlns:a16="http://schemas.microsoft.com/office/drawing/2014/main" id="{B75A412E-B6DC-1F7B-EC95-2BBB245D6356}"/>
                </a:ext>
              </a:extLst>
            </p:cNvPr>
            <p:cNvSpPr txBox="1"/>
            <p:nvPr/>
          </p:nvSpPr>
          <p:spPr>
            <a:xfrm>
              <a:off x="-7881092" y="1331400"/>
              <a:ext cx="533975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Duration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54" name="Text 112">
              <a:extLst>
                <a:ext uri="{FF2B5EF4-FFF2-40B4-BE49-F238E27FC236}">
                  <a16:creationId xmlns:a16="http://schemas.microsoft.com/office/drawing/2014/main" id="{40FD11DD-9F1F-B7BD-BE5E-FCA2C1C55F4D}"/>
                </a:ext>
              </a:extLst>
            </p:cNvPr>
            <p:cNvSpPr txBox="1"/>
            <p:nvPr/>
          </p:nvSpPr>
          <p:spPr>
            <a:xfrm>
              <a:off x="-7316716" y="1331400"/>
              <a:ext cx="606025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Complete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55" name="rect">
              <a:extLst>
                <a:ext uri="{FF2B5EF4-FFF2-40B4-BE49-F238E27FC236}">
                  <a16:creationId xmlns:a16="http://schemas.microsoft.com/office/drawing/2014/main" id="{2A7DA870-C260-C004-4C06-26775348500F}"/>
                </a:ext>
              </a:extLst>
            </p:cNvPr>
            <p:cNvSpPr/>
            <p:nvPr/>
          </p:nvSpPr>
          <p:spPr>
            <a:xfrm>
              <a:off x="-6691000" y="1635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rect">
              <a:extLst>
                <a:ext uri="{FF2B5EF4-FFF2-40B4-BE49-F238E27FC236}">
                  <a16:creationId xmlns:a16="http://schemas.microsoft.com/office/drawing/2014/main" id="{148689BE-0CC5-53F1-E5AC-E8B4F398099E}"/>
                </a:ext>
              </a:extLst>
            </p:cNvPr>
            <p:cNvSpPr/>
            <p:nvPr/>
          </p:nvSpPr>
          <p:spPr>
            <a:xfrm>
              <a:off x="-11038200" y="1635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rect">
              <a:extLst>
                <a:ext uri="{FF2B5EF4-FFF2-40B4-BE49-F238E27FC236}">
                  <a16:creationId xmlns:a16="http://schemas.microsoft.com/office/drawing/2014/main" id="{48FC40E3-047D-389B-7CB9-006E95223AC1}"/>
                </a:ext>
              </a:extLst>
            </p:cNvPr>
            <p:cNvSpPr/>
            <p:nvPr/>
          </p:nvSpPr>
          <p:spPr>
            <a:xfrm>
              <a:off x="-6691000" y="1939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rect">
              <a:extLst>
                <a:ext uri="{FF2B5EF4-FFF2-40B4-BE49-F238E27FC236}">
                  <a16:creationId xmlns:a16="http://schemas.microsoft.com/office/drawing/2014/main" id="{0853DAA3-CFAE-D36C-0C37-2CB5A2B806F9}"/>
                </a:ext>
              </a:extLst>
            </p:cNvPr>
            <p:cNvSpPr/>
            <p:nvPr/>
          </p:nvSpPr>
          <p:spPr>
            <a:xfrm>
              <a:off x="-11038200" y="1939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rect">
              <a:extLst>
                <a:ext uri="{FF2B5EF4-FFF2-40B4-BE49-F238E27FC236}">
                  <a16:creationId xmlns:a16="http://schemas.microsoft.com/office/drawing/2014/main" id="{D19F1F27-D24E-D2D1-3C31-C3EDD04AE6DA}"/>
                </a:ext>
              </a:extLst>
            </p:cNvPr>
            <p:cNvSpPr/>
            <p:nvPr/>
          </p:nvSpPr>
          <p:spPr>
            <a:xfrm>
              <a:off x="-6691000" y="2243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rect">
              <a:extLst>
                <a:ext uri="{FF2B5EF4-FFF2-40B4-BE49-F238E27FC236}">
                  <a16:creationId xmlns:a16="http://schemas.microsoft.com/office/drawing/2014/main" id="{2ECCAA7E-53F3-DBFF-6980-813321A7A7BE}"/>
                </a:ext>
              </a:extLst>
            </p:cNvPr>
            <p:cNvSpPr/>
            <p:nvPr/>
          </p:nvSpPr>
          <p:spPr>
            <a:xfrm>
              <a:off x="-11038200" y="2243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rect">
              <a:extLst>
                <a:ext uri="{FF2B5EF4-FFF2-40B4-BE49-F238E27FC236}">
                  <a16:creationId xmlns:a16="http://schemas.microsoft.com/office/drawing/2014/main" id="{038C48AE-16AB-39C3-8183-37E10B5030E0}"/>
                </a:ext>
              </a:extLst>
            </p:cNvPr>
            <p:cNvSpPr/>
            <p:nvPr/>
          </p:nvSpPr>
          <p:spPr>
            <a:xfrm>
              <a:off x="-6691000" y="2547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rect">
              <a:extLst>
                <a:ext uri="{FF2B5EF4-FFF2-40B4-BE49-F238E27FC236}">
                  <a16:creationId xmlns:a16="http://schemas.microsoft.com/office/drawing/2014/main" id="{6A79D014-6C24-DADD-D14B-97EC7BB405B3}"/>
                </a:ext>
              </a:extLst>
            </p:cNvPr>
            <p:cNvSpPr/>
            <p:nvPr/>
          </p:nvSpPr>
          <p:spPr>
            <a:xfrm>
              <a:off x="-11038200" y="2547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rect">
              <a:extLst>
                <a:ext uri="{FF2B5EF4-FFF2-40B4-BE49-F238E27FC236}">
                  <a16:creationId xmlns:a16="http://schemas.microsoft.com/office/drawing/2014/main" id="{7CDB58DC-F056-86FE-FC2E-8E010FED7C19}"/>
                </a:ext>
              </a:extLst>
            </p:cNvPr>
            <p:cNvSpPr/>
            <p:nvPr/>
          </p:nvSpPr>
          <p:spPr>
            <a:xfrm>
              <a:off x="-6691000" y="2851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rect">
              <a:extLst>
                <a:ext uri="{FF2B5EF4-FFF2-40B4-BE49-F238E27FC236}">
                  <a16:creationId xmlns:a16="http://schemas.microsoft.com/office/drawing/2014/main" id="{4161E79A-C810-6980-6FE9-0CC0E83F734C}"/>
                </a:ext>
              </a:extLst>
            </p:cNvPr>
            <p:cNvSpPr/>
            <p:nvPr/>
          </p:nvSpPr>
          <p:spPr>
            <a:xfrm>
              <a:off x="-11038200" y="2851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rect">
              <a:extLst>
                <a:ext uri="{FF2B5EF4-FFF2-40B4-BE49-F238E27FC236}">
                  <a16:creationId xmlns:a16="http://schemas.microsoft.com/office/drawing/2014/main" id="{468FF00D-DA3E-4B46-50F5-1AC8100E2930}"/>
                </a:ext>
              </a:extLst>
            </p:cNvPr>
            <p:cNvSpPr/>
            <p:nvPr/>
          </p:nvSpPr>
          <p:spPr>
            <a:xfrm>
              <a:off x="-6691000" y="3155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rect">
              <a:extLst>
                <a:ext uri="{FF2B5EF4-FFF2-40B4-BE49-F238E27FC236}">
                  <a16:creationId xmlns:a16="http://schemas.microsoft.com/office/drawing/2014/main" id="{E8FDD686-51DB-6A19-DDC0-83DE20E8178F}"/>
                </a:ext>
              </a:extLst>
            </p:cNvPr>
            <p:cNvSpPr/>
            <p:nvPr/>
          </p:nvSpPr>
          <p:spPr>
            <a:xfrm>
              <a:off x="-11038200" y="3155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7" name="rect">
              <a:extLst>
                <a:ext uri="{FF2B5EF4-FFF2-40B4-BE49-F238E27FC236}">
                  <a16:creationId xmlns:a16="http://schemas.microsoft.com/office/drawing/2014/main" id="{E497163A-2471-9238-908F-2C5F98257918}"/>
                </a:ext>
              </a:extLst>
            </p:cNvPr>
            <p:cNvSpPr/>
            <p:nvPr/>
          </p:nvSpPr>
          <p:spPr>
            <a:xfrm>
              <a:off x="-6691000" y="3459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rect">
              <a:extLst>
                <a:ext uri="{FF2B5EF4-FFF2-40B4-BE49-F238E27FC236}">
                  <a16:creationId xmlns:a16="http://schemas.microsoft.com/office/drawing/2014/main" id="{AE11FB43-5EDE-5E85-55C8-17F16F4F1B64}"/>
                </a:ext>
              </a:extLst>
            </p:cNvPr>
            <p:cNvSpPr/>
            <p:nvPr/>
          </p:nvSpPr>
          <p:spPr>
            <a:xfrm>
              <a:off x="-11038200" y="3459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rect">
              <a:extLst>
                <a:ext uri="{FF2B5EF4-FFF2-40B4-BE49-F238E27FC236}">
                  <a16:creationId xmlns:a16="http://schemas.microsoft.com/office/drawing/2014/main" id="{3AF4AA79-6A9D-2CA8-815A-D059425A7A9E}"/>
                </a:ext>
              </a:extLst>
            </p:cNvPr>
            <p:cNvSpPr/>
            <p:nvPr/>
          </p:nvSpPr>
          <p:spPr>
            <a:xfrm>
              <a:off x="-6691000" y="37634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0" name="rect">
              <a:extLst>
                <a:ext uri="{FF2B5EF4-FFF2-40B4-BE49-F238E27FC236}">
                  <a16:creationId xmlns:a16="http://schemas.microsoft.com/office/drawing/2014/main" id="{6F0EE27F-87BB-22E2-84E9-01DA8043FC49}"/>
                </a:ext>
              </a:extLst>
            </p:cNvPr>
            <p:cNvSpPr/>
            <p:nvPr/>
          </p:nvSpPr>
          <p:spPr>
            <a:xfrm>
              <a:off x="-11038200" y="3763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rect">
              <a:extLst>
                <a:ext uri="{FF2B5EF4-FFF2-40B4-BE49-F238E27FC236}">
                  <a16:creationId xmlns:a16="http://schemas.microsoft.com/office/drawing/2014/main" id="{EF459DFF-95B8-C9CA-2C81-969059E7E2E6}"/>
                </a:ext>
              </a:extLst>
            </p:cNvPr>
            <p:cNvSpPr/>
            <p:nvPr/>
          </p:nvSpPr>
          <p:spPr>
            <a:xfrm>
              <a:off x="-6691000" y="4067400"/>
              <a:ext cx="29928800" cy="250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2" name="rect">
              <a:extLst>
                <a:ext uri="{FF2B5EF4-FFF2-40B4-BE49-F238E27FC236}">
                  <a16:creationId xmlns:a16="http://schemas.microsoft.com/office/drawing/2014/main" id="{B774D538-4E54-6B78-B4A0-2631D37A4CBD}"/>
                </a:ext>
              </a:extLst>
            </p:cNvPr>
            <p:cNvSpPr/>
            <p:nvPr/>
          </p:nvSpPr>
          <p:spPr>
            <a:xfrm>
              <a:off x="-11038200" y="4067400"/>
              <a:ext cx="4347200" cy="250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rect">
              <a:extLst>
                <a:ext uri="{FF2B5EF4-FFF2-40B4-BE49-F238E27FC236}">
                  <a16:creationId xmlns:a16="http://schemas.microsoft.com/office/drawing/2014/main" id="{353D02F0-DEE9-64F8-BA58-65DD30000299}"/>
                </a:ext>
              </a:extLst>
            </p:cNvPr>
            <p:cNvSpPr/>
            <p:nvPr/>
          </p:nvSpPr>
          <p:spPr>
            <a:xfrm>
              <a:off x="-6691000" y="43182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rect">
              <a:extLst>
                <a:ext uri="{FF2B5EF4-FFF2-40B4-BE49-F238E27FC236}">
                  <a16:creationId xmlns:a16="http://schemas.microsoft.com/office/drawing/2014/main" id="{30710070-EC75-3A8E-88E3-009BC685AE65}"/>
                </a:ext>
              </a:extLst>
            </p:cNvPr>
            <p:cNvSpPr/>
            <p:nvPr/>
          </p:nvSpPr>
          <p:spPr>
            <a:xfrm>
              <a:off x="-11038200" y="4318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rect">
              <a:extLst>
                <a:ext uri="{FF2B5EF4-FFF2-40B4-BE49-F238E27FC236}">
                  <a16:creationId xmlns:a16="http://schemas.microsoft.com/office/drawing/2014/main" id="{09EDC9F8-F8CD-5C11-DAF0-B3314BB92664}"/>
                </a:ext>
              </a:extLst>
            </p:cNvPr>
            <p:cNvSpPr/>
            <p:nvPr/>
          </p:nvSpPr>
          <p:spPr>
            <a:xfrm>
              <a:off x="-6691000" y="46222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6" name="rect">
              <a:extLst>
                <a:ext uri="{FF2B5EF4-FFF2-40B4-BE49-F238E27FC236}">
                  <a16:creationId xmlns:a16="http://schemas.microsoft.com/office/drawing/2014/main" id="{EE0D88E3-0DBC-8AD4-E058-9AC8BB3F37B1}"/>
                </a:ext>
              </a:extLst>
            </p:cNvPr>
            <p:cNvSpPr/>
            <p:nvPr/>
          </p:nvSpPr>
          <p:spPr>
            <a:xfrm>
              <a:off x="-11038200" y="4622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rect">
              <a:extLst>
                <a:ext uri="{FF2B5EF4-FFF2-40B4-BE49-F238E27FC236}">
                  <a16:creationId xmlns:a16="http://schemas.microsoft.com/office/drawing/2014/main" id="{C85C3CB3-04D4-DC66-27E1-FF3592D44CE4}"/>
                </a:ext>
              </a:extLst>
            </p:cNvPr>
            <p:cNvSpPr/>
            <p:nvPr/>
          </p:nvSpPr>
          <p:spPr>
            <a:xfrm>
              <a:off x="-6691000" y="49262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rect">
              <a:extLst>
                <a:ext uri="{FF2B5EF4-FFF2-40B4-BE49-F238E27FC236}">
                  <a16:creationId xmlns:a16="http://schemas.microsoft.com/office/drawing/2014/main" id="{BC9FDDBE-EAD7-D684-9158-76F217C9B10C}"/>
                </a:ext>
              </a:extLst>
            </p:cNvPr>
            <p:cNvSpPr/>
            <p:nvPr/>
          </p:nvSpPr>
          <p:spPr>
            <a:xfrm>
              <a:off x="-11038200" y="4926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rect">
              <a:extLst>
                <a:ext uri="{FF2B5EF4-FFF2-40B4-BE49-F238E27FC236}">
                  <a16:creationId xmlns:a16="http://schemas.microsoft.com/office/drawing/2014/main" id="{5378AE79-1CA1-B0EA-B34E-5F09792668C0}"/>
                </a:ext>
              </a:extLst>
            </p:cNvPr>
            <p:cNvSpPr/>
            <p:nvPr/>
          </p:nvSpPr>
          <p:spPr>
            <a:xfrm>
              <a:off x="-6691000" y="5230200"/>
              <a:ext cx="299288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rect">
              <a:extLst>
                <a:ext uri="{FF2B5EF4-FFF2-40B4-BE49-F238E27FC236}">
                  <a16:creationId xmlns:a16="http://schemas.microsoft.com/office/drawing/2014/main" id="{4C21FE70-CD2D-A3C4-A65B-67CD21358347}"/>
                </a:ext>
              </a:extLst>
            </p:cNvPr>
            <p:cNvSpPr/>
            <p:nvPr/>
          </p:nvSpPr>
          <p:spPr>
            <a:xfrm>
              <a:off x="-11038200" y="5230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Text 139">
              <a:extLst>
                <a:ext uri="{FF2B5EF4-FFF2-40B4-BE49-F238E27FC236}">
                  <a16:creationId xmlns:a16="http://schemas.microsoft.com/office/drawing/2014/main" id="{719D6162-A18B-0D65-DFBD-12B2E06093FE}"/>
                </a:ext>
              </a:extLst>
            </p:cNvPr>
            <p:cNvSpPr txBox="1"/>
            <p:nvPr/>
          </p:nvSpPr>
          <p:spPr>
            <a:xfrm>
              <a:off x="-6691000" y="1331400"/>
              <a:ext cx="5016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10/29/2025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" name="Text 140">
              <a:extLst>
                <a:ext uri="{FF2B5EF4-FFF2-40B4-BE49-F238E27FC236}">
                  <a16:creationId xmlns:a16="http://schemas.microsoft.com/office/drawing/2014/main" id="{59BB5A4C-5033-64F3-13AA-05CF07AD8E54}"/>
                </a:ext>
              </a:extLst>
            </p:cNvPr>
            <p:cNvSpPr txBox="1"/>
            <p:nvPr/>
          </p:nvSpPr>
          <p:spPr>
            <a:xfrm>
              <a:off x="-6189400" y="1331400"/>
              <a:ext cx="50160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11/1/2025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" name="Text 141">
              <a:extLst>
                <a:ext uri="{FF2B5EF4-FFF2-40B4-BE49-F238E27FC236}">
                  <a16:creationId xmlns:a16="http://schemas.microsoft.com/office/drawing/2014/main" id="{BD654789-0EC2-0DD5-8206-7BA984BEBD0D}"/>
                </a:ext>
              </a:extLst>
            </p:cNvPr>
            <p:cNvSpPr txBox="1"/>
            <p:nvPr/>
          </p:nvSpPr>
          <p:spPr>
            <a:xfrm>
              <a:off x="-1173400" y="1331400"/>
              <a:ext cx="5183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12/1/2025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Text 142">
              <a:extLst>
                <a:ext uri="{FF2B5EF4-FFF2-40B4-BE49-F238E27FC236}">
                  <a16:creationId xmlns:a16="http://schemas.microsoft.com/office/drawing/2014/main" id="{BBCA2773-718E-F954-46CA-8F0174FC0A07}"/>
                </a:ext>
              </a:extLst>
            </p:cNvPr>
            <p:cNvSpPr txBox="1"/>
            <p:nvPr/>
          </p:nvSpPr>
          <p:spPr>
            <a:xfrm>
              <a:off x="4009800" y="1331400"/>
              <a:ext cx="5183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1/1/2026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" name="Text 143">
              <a:extLst>
                <a:ext uri="{FF2B5EF4-FFF2-40B4-BE49-F238E27FC236}">
                  <a16:creationId xmlns:a16="http://schemas.microsoft.com/office/drawing/2014/main" id="{1A647B0E-6C16-45D2-F6BC-79EAE341AAD5}"/>
                </a:ext>
              </a:extLst>
            </p:cNvPr>
            <p:cNvSpPr txBox="1"/>
            <p:nvPr/>
          </p:nvSpPr>
          <p:spPr>
            <a:xfrm>
              <a:off x="9193000" y="1331400"/>
              <a:ext cx="46816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2/1/2026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Text 144">
              <a:extLst>
                <a:ext uri="{FF2B5EF4-FFF2-40B4-BE49-F238E27FC236}">
                  <a16:creationId xmlns:a16="http://schemas.microsoft.com/office/drawing/2014/main" id="{D5AAA0A5-9C08-9E0E-6A19-9D3C9D89D2D6}"/>
                </a:ext>
              </a:extLst>
            </p:cNvPr>
            <p:cNvSpPr txBox="1"/>
            <p:nvPr/>
          </p:nvSpPr>
          <p:spPr>
            <a:xfrm>
              <a:off x="13874600" y="1331400"/>
              <a:ext cx="5183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3/1/2026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Text 145">
              <a:extLst>
                <a:ext uri="{FF2B5EF4-FFF2-40B4-BE49-F238E27FC236}">
                  <a16:creationId xmlns:a16="http://schemas.microsoft.com/office/drawing/2014/main" id="{D9E49164-AE0A-8513-DC63-087E54FA73B0}"/>
                </a:ext>
              </a:extLst>
            </p:cNvPr>
            <p:cNvSpPr txBox="1"/>
            <p:nvPr/>
          </p:nvSpPr>
          <p:spPr>
            <a:xfrm>
              <a:off x="19057800" y="1331400"/>
              <a:ext cx="41800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219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4/1/2026</a:t>
              </a:r>
              <a:endParaRPr sz="684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Text 146">
              <a:extLst>
                <a:ext uri="{FF2B5EF4-FFF2-40B4-BE49-F238E27FC236}">
                  <a16:creationId xmlns:a16="http://schemas.microsoft.com/office/drawing/2014/main" id="{1DB027A1-58D6-0351-09F6-7A48C2A6043E}"/>
                </a:ext>
              </a:extLst>
            </p:cNvPr>
            <p:cNvSpPr txBox="1"/>
            <p:nvPr/>
          </p:nvSpPr>
          <p:spPr>
            <a:xfrm>
              <a:off x="-669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Text 147">
              <a:extLst>
                <a:ext uri="{FF2B5EF4-FFF2-40B4-BE49-F238E27FC236}">
                  <a16:creationId xmlns:a16="http://schemas.microsoft.com/office/drawing/2014/main" id="{1208EC12-D818-A143-9FB2-4CABC5C6F307}"/>
                </a:ext>
              </a:extLst>
            </p:cNvPr>
            <p:cNvSpPr txBox="1"/>
            <p:nvPr/>
          </p:nvSpPr>
          <p:spPr>
            <a:xfrm>
              <a:off x="-652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Text 148">
              <a:extLst>
                <a:ext uri="{FF2B5EF4-FFF2-40B4-BE49-F238E27FC236}">
                  <a16:creationId xmlns:a16="http://schemas.microsoft.com/office/drawing/2014/main" id="{B16264C9-9BF5-97F1-A856-FA8B5AE149DA}"/>
                </a:ext>
              </a:extLst>
            </p:cNvPr>
            <p:cNvSpPr txBox="1"/>
            <p:nvPr/>
          </p:nvSpPr>
          <p:spPr>
            <a:xfrm>
              <a:off x="-635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Text 149">
              <a:extLst>
                <a:ext uri="{FF2B5EF4-FFF2-40B4-BE49-F238E27FC236}">
                  <a16:creationId xmlns:a16="http://schemas.microsoft.com/office/drawing/2014/main" id="{3E115A51-6D1D-F373-5986-E4A5EB10ED4F}"/>
                </a:ext>
              </a:extLst>
            </p:cNvPr>
            <p:cNvSpPr txBox="1"/>
            <p:nvPr/>
          </p:nvSpPr>
          <p:spPr>
            <a:xfrm>
              <a:off x="-618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" name="Text 150">
              <a:extLst>
                <a:ext uri="{FF2B5EF4-FFF2-40B4-BE49-F238E27FC236}">
                  <a16:creationId xmlns:a16="http://schemas.microsoft.com/office/drawing/2014/main" id="{2223F941-6709-E2E9-70D9-B45800755B7E}"/>
                </a:ext>
              </a:extLst>
            </p:cNvPr>
            <p:cNvSpPr txBox="1"/>
            <p:nvPr/>
          </p:nvSpPr>
          <p:spPr>
            <a:xfrm>
              <a:off x="-602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" name="Text 151">
              <a:extLst>
                <a:ext uri="{FF2B5EF4-FFF2-40B4-BE49-F238E27FC236}">
                  <a16:creationId xmlns:a16="http://schemas.microsoft.com/office/drawing/2014/main" id="{821C94ED-5CE6-02E4-E211-67C6B069A22B}"/>
                </a:ext>
              </a:extLst>
            </p:cNvPr>
            <p:cNvSpPr txBox="1"/>
            <p:nvPr/>
          </p:nvSpPr>
          <p:spPr>
            <a:xfrm>
              <a:off x="-585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Text 152">
              <a:extLst>
                <a:ext uri="{FF2B5EF4-FFF2-40B4-BE49-F238E27FC236}">
                  <a16:creationId xmlns:a16="http://schemas.microsoft.com/office/drawing/2014/main" id="{32C53D5D-DACB-8EC1-D40A-3E25D0D92C0B}"/>
                </a:ext>
              </a:extLst>
            </p:cNvPr>
            <p:cNvSpPr txBox="1"/>
            <p:nvPr/>
          </p:nvSpPr>
          <p:spPr>
            <a:xfrm>
              <a:off x="-568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5" name="Text 153">
              <a:extLst>
                <a:ext uri="{FF2B5EF4-FFF2-40B4-BE49-F238E27FC236}">
                  <a16:creationId xmlns:a16="http://schemas.microsoft.com/office/drawing/2014/main" id="{D7C68BE8-24E2-7489-B718-34D82BECFC95}"/>
                </a:ext>
              </a:extLst>
            </p:cNvPr>
            <p:cNvSpPr txBox="1"/>
            <p:nvPr/>
          </p:nvSpPr>
          <p:spPr>
            <a:xfrm>
              <a:off x="-552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Text 154">
              <a:extLst>
                <a:ext uri="{FF2B5EF4-FFF2-40B4-BE49-F238E27FC236}">
                  <a16:creationId xmlns:a16="http://schemas.microsoft.com/office/drawing/2014/main" id="{79DCEADE-5C3D-4D65-7643-B6C65467C771}"/>
                </a:ext>
              </a:extLst>
            </p:cNvPr>
            <p:cNvSpPr txBox="1"/>
            <p:nvPr/>
          </p:nvSpPr>
          <p:spPr>
            <a:xfrm>
              <a:off x="-535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7" name="Text 155">
              <a:extLst>
                <a:ext uri="{FF2B5EF4-FFF2-40B4-BE49-F238E27FC236}">
                  <a16:creationId xmlns:a16="http://schemas.microsoft.com/office/drawing/2014/main" id="{313C7145-7F52-CFD4-2DF3-6D2B4C3439B4}"/>
                </a:ext>
              </a:extLst>
            </p:cNvPr>
            <p:cNvSpPr txBox="1"/>
            <p:nvPr/>
          </p:nvSpPr>
          <p:spPr>
            <a:xfrm>
              <a:off x="-518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8" name="Text 156">
              <a:extLst>
                <a:ext uri="{FF2B5EF4-FFF2-40B4-BE49-F238E27FC236}">
                  <a16:creationId xmlns:a16="http://schemas.microsoft.com/office/drawing/2014/main" id="{681CB8F2-FDE0-E0A5-614F-57AAF56C7814}"/>
                </a:ext>
              </a:extLst>
            </p:cNvPr>
            <p:cNvSpPr txBox="1"/>
            <p:nvPr/>
          </p:nvSpPr>
          <p:spPr>
            <a:xfrm>
              <a:off x="-501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Text 157">
              <a:extLst>
                <a:ext uri="{FF2B5EF4-FFF2-40B4-BE49-F238E27FC236}">
                  <a16:creationId xmlns:a16="http://schemas.microsoft.com/office/drawing/2014/main" id="{EF757D4D-C3F3-7C3C-BEAA-0416CA13D7B4}"/>
                </a:ext>
              </a:extLst>
            </p:cNvPr>
            <p:cNvSpPr txBox="1"/>
            <p:nvPr/>
          </p:nvSpPr>
          <p:spPr>
            <a:xfrm>
              <a:off x="-485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Text 158">
              <a:extLst>
                <a:ext uri="{FF2B5EF4-FFF2-40B4-BE49-F238E27FC236}">
                  <a16:creationId xmlns:a16="http://schemas.microsoft.com/office/drawing/2014/main" id="{7FEF4E06-71A6-CAE4-7FFC-445EFF382904}"/>
                </a:ext>
              </a:extLst>
            </p:cNvPr>
            <p:cNvSpPr txBox="1"/>
            <p:nvPr/>
          </p:nvSpPr>
          <p:spPr>
            <a:xfrm>
              <a:off x="-468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Text 159">
              <a:extLst>
                <a:ext uri="{FF2B5EF4-FFF2-40B4-BE49-F238E27FC236}">
                  <a16:creationId xmlns:a16="http://schemas.microsoft.com/office/drawing/2014/main" id="{91CB3950-51D8-5CB5-BE73-9755BCFEF32D}"/>
                </a:ext>
              </a:extLst>
            </p:cNvPr>
            <p:cNvSpPr txBox="1"/>
            <p:nvPr/>
          </p:nvSpPr>
          <p:spPr>
            <a:xfrm>
              <a:off x="-451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Text 160">
              <a:extLst>
                <a:ext uri="{FF2B5EF4-FFF2-40B4-BE49-F238E27FC236}">
                  <a16:creationId xmlns:a16="http://schemas.microsoft.com/office/drawing/2014/main" id="{55B8A3DA-43F1-85E5-7F5B-E4D3828CC1FE}"/>
                </a:ext>
              </a:extLst>
            </p:cNvPr>
            <p:cNvSpPr txBox="1"/>
            <p:nvPr/>
          </p:nvSpPr>
          <p:spPr>
            <a:xfrm>
              <a:off x="-435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Text 161">
              <a:extLst>
                <a:ext uri="{FF2B5EF4-FFF2-40B4-BE49-F238E27FC236}">
                  <a16:creationId xmlns:a16="http://schemas.microsoft.com/office/drawing/2014/main" id="{79FEA579-3F15-1AC5-4DF6-B473EB7E24BD}"/>
                </a:ext>
              </a:extLst>
            </p:cNvPr>
            <p:cNvSpPr txBox="1"/>
            <p:nvPr/>
          </p:nvSpPr>
          <p:spPr>
            <a:xfrm>
              <a:off x="-418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Text 162">
              <a:extLst>
                <a:ext uri="{FF2B5EF4-FFF2-40B4-BE49-F238E27FC236}">
                  <a16:creationId xmlns:a16="http://schemas.microsoft.com/office/drawing/2014/main" id="{4506541B-B012-9ABC-320E-3C9B962CD138}"/>
                </a:ext>
              </a:extLst>
            </p:cNvPr>
            <p:cNvSpPr txBox="1"/>
            <p:nvPr/>
          </p:nvSpPr>
          <p:spPr>
            <a:xfrm>
              <a:off x="-401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Text 163">
              <a:extLst>
                <a:ext uri="{FF2B5EF4-FFF2-40B4-BE49-F238E27FC236}">
                  <a16:creationId xmlns:a16="http://schemas.microsoft.com/office/drawing/2014/main" id="{1606F7F2-9502-31E1-2984-9FBB922582DA}"/>
                </a:ext>
              </a:extLst>
            </p:cNvPr>
            <p:cNvSpPr txBox="1"/>
            <p:nvPr/>
          </p:nvSpPr>
          <p:spPr>
            <a:xfrm>
              <a:off x="-384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6" name="Text 164">
              <a:extLst>
                <a:ext uri="{FF2B5EF4-FFF2-40B4-BE49-F238E27FC236}">
                  <a16:creationId xmlns:a16="http://schemas.microsoft.com/office/drawing/2014/main" id="{AA9CE891-C999-4E5F-C539-E0BE0E8C4F8B}"/>
                </a:ext>
              </a:extLst>
            </p:cNvPr>
            <p:cNvSpPr txBox="1"/>
            <p:nvPr/>
          </p:nvSpPr>
          <p:spPr>
            <a:xfrm>
              <a:off x="-368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7" name="Text 165">
              <a:extLst>
                <a:ext uri="{FF2B5EF4-FFF2-40B4-BE49-F238E27FC236}">
                  <a16:creationId xmlns:a16="http://schemas.microsoft.com/office/drawing/2014/main" id="{29127DC5-BB56-2569-C06F-989548BE4DB9}"/>
                </a:ext>
              </a:extLst>
            </p:cNvPr>
            <p:cNvSpPr txBox="1"/>
            <p:nvPr/>
          </p:nvSpPr>
          <p:spPr>
            <a:xfrm>
              <a:off x="-351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Text 166">
              <a:extLst>
                <a:ext uri="{FF2B5EF4-FFF2-40B4-BE49-F238E27FC236}">
                  <a16:creationId xmlns:a16="http://schemas.microsoft.com/office/drawing/2014/main" id="{7B97D747-9261-F28D-6825-DEB0D861C538}"/>
                </a:ext>
              </a:extLst>
            </p:cNvPr>
            <p:cNvSpPr txBox="1"/>
            <p:nvPr/>
          </p:nvSpPr>
          <p:spPr>
            <a:xfrm>
              <a:off x="-334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Text 167">
              <a:extLst>
                <a:ext uri="{FF2B5EF4-FFF2-40B4-BE49-F238E27FC236}">
                  <a16:creationId xmlns:a16="http://schemas.microsoft.com/office/drawing/2014/main" id="{C8378898-8E93-AF81-D32F-8F07930B397F}"/>
                </a:ext>
              </a:extLst>
            </p:cNvPr>
            <p:cNvSpPr txBox="1"/>
            <p:nvPr/>
          </p:nvSpPr>
          <p:spPr>
            <a:xfrm>
              <a:off x="-317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0" name="Text 168">
              <a:extLst>
                <a:ext uri="{FF2B5EF4-FFF2-40B4-BE49-F238E27FC236}">
                  <a16:creationId xmlns:a16="http://schemas.microsoft.com/office/drawing/2014/main" id="{2AA7DFFF-18F3-B73D-F2E5-38440684006C}"/>
                </a:ext>
              </a:extLst>
            </p:cNvPr>
            <p:cNvSpPr txBox="1"/>
            <p:nvPr/>
          </p:nvSpPr>
          <p:spPr>
            <a:xfrm>
              <a:off x="-301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1" name="Text 169">
              <a:extLst>
                <a:ext uri="{FF2B5EF4-FFF2-40B4-BE49-F238E27FC236}">
                  <a16:creationId xmlns:a16="http://schemas.microsoft.com/office/drawing/2014/main" id="{E9B6F8E0-CDD9-0CA6-8602-8EE7CD4CDAF6}"/>
                </a:ext>
              </a:extLst>
            </p:cNvPr>
            <p:cNvSpPr txBox="1"/>
            <p:nvPr/>
          </p:nvSpPr>
          <p:spPr>
            <a:xfrm>
              <a:off x="-284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Text 170">
              <a:extLst>
                <a:ext uri="{FF2B5EF4-FFF2-40B4-BE49-F238E27FC236}">
                  <a16:creationId xmlns:a16="http://schemas.microsoft.com/office/drawing/2014/main" id="{B244D039-B662-6BE9-C737-3C92A104BFB0}"/>
                </a:ext>
              </a:extLst>
            </p:cNvPr>
            <p:cNvSpPr txBox="1"/>
            <p:nvPr/>
          </p:nvSpPr>
          <p:spPr>
            <a:xfrm>
              <a:off x="-267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Text 171">
              <a:extLst>
                <a:ext uri="{FF2B5EF4-FFF2-40B4-BE49-F238E27FC236}">
                  <a16:creationId xmlns:a16="http://schemas.microsoft.com/office/drawing/2014/main" id="{CBEC775F-FD30-6A5D-3491-B4FF4979B4CB}"/>
                </a:ext>
              </a:extLst>
            </p:cNvPr>
            <p:cNvSpPr txBox="1"/>
            <p:nvPr/>
          </p:nvSpPr>
          <p:spPr>
            <a:xfrm>
              <a:off x="-251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Text 172">
              <a:extLst>
                <a:ext uri="{FF2B5EF4-FFF2-40B4-BE49-F238E27FC236}">
                  <a16:creationId xmlns:a16="http://schemas.microsoft.com/office/drawing/2014/main" id="{E94E024F-30DA-715A-A65D-138F61CEBF2C}"/>
                </a:ext>
              </a:extLst>
            </p:cNvPr>
            <p:cNvSpPr txBox="1"/>
            <p:nvPr/>
          </p:nvSpPr>
          <p:spPr>
            <a:xfrm>
              <a:off x="-234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5" name="Text 173">
              <a:extLst>
                <a:ext uri="{FF2B5EF4-FFF2-40B4-BE49-F238E27FC236}">
                  <a16:creationId xmlns:a16="http://schemas.microsoft.com/office/drawing/2014/main" id="{3277ACBE-9D4F-A981-CAFE-22942B58900F}"/>
                </a:ext>
              </a:extLst>
            </p:cNvPr>
            <p:cNvSpPr txBox="1"/>
            <p:nvPr/>
          </p:nvSpPr>
          <p:spPr>
            <a:xfrm>
              <a:off x="-217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6" name="Text 174">
              <a:extLst>
                <a:ext uri="{FF2B5EF4-FFF2-40B4-BE49-F238E27FC236}">
                  <a16:creationId xmlns:a16="http://schemas.microsoft.com/office/drawing/2014/main" id="{D2A45330-DB7A-5241-6B8C-F0DC4D67D8E3}"/>
                </a:ext>
              </a:extLst>
            </p:cNvPr>
            <p:cNvSpPr txBox="1"/>
            <p:nvPr/>
          </p:nvSpPr>
          <p:spPr>
            <a:xfrm>
              <a:off x="-200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Text 175">
              <a:extLst>
                <a:ext uri="{FF2B5EF4-FFF2-40B4-BE49-F238E27FC236}">
                  <a16:creationId xmlns:a16="http://schemas.microsoft.com/office/drawing/2014/main" id="{5CAF8B0A-0FE6-DD27-2325-868729A3B2E0}"/>
                </a:ext>
              </a:extLst>
            </p:cNvPr>
            <p:cNvSpPr txBox="1"/>
            <p:nvPr/>
          </p:nvSpPr>
          <p:spPr>
            <a:xfrm>
              <a:off x="-184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Text 176">
              <a:extLst>
                <a:ext uri="{FF2B5EF4-FFF2-40B4-BE49-F238E27FC236}">
                  <a16:creationId xmlns:a16="http://schemas.microsoft.com/office/drawing/2014/main" id="{FF42F598-73B6-001B-CA4C-D066E40D9674}"/>
                </a:ext>
              </a:extLst>
            </p:cNvPr>
            <p:cNvSpPr txBox="1"/>
            <p:nvPr/>
          </p:nvSpPr>
          <p:spPr>
            <a:xfrm>
              <a:off x="-167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9" name="Text 177">
              <a:extLst>
                <a:ext uri="{FF2B5EF4-FFF2-40B4-BE49-F238E27FC236}">
                  <a16:creationId xmlns:a16="http://schemas.microsoft.com/office/drawing/2014/main" id="{C8296814-07D8-4482-EE06-894758810DC1}"/>
                </a:ext>
              </a:extLst>
            </p:cNvPr>
            <p:cNvSpPr txBox="1"/>
            <p:nvPr/>
          </p:nvSpPr>
          <p:spPr>
            <a:xfrm>
              <a:off x="-150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Text 178">
              <a:extLst>
                <a:ext uri="{FF2B5EF4-FFF2-40B4-BE49-F238E27FC236}">
                  <a16:creationId xmlns:a16="http://schemas.microsoft.com/office/drawing/2014/main" id="{4A98EAD3-6D05-3E13-A1B7-8EB6808CF141}"/>
                </a:ext>
              </a:extLst>
            </p:cNvPr>
            <p:cNvSpPr txBox="1"/>
            <p:nvPr/>
          </p:nvSpPr>
          <p:spPr>
            <a:xfrm>
              <a:off x="-134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1" name="Text 179">
              <a:extLst>
                <a:ext uri="{FF2B5EF4-FFF2-40B4-BE49-F238E27FC236}">
                  <a16:creationId xmlns:a16="http://schemas.microsoft.com/office/drawing/2014/main" id="{C7186281-7A77-67BA-39FE-CC8B293F87A1}"/>
                </a:ext>
              </a:extLst>
            </p:cNvPr>
            <p:cNvSpPr txBox="1"/>
            <p:nvPr/>
          </p:nvSpPr>
          <p:spPr>
            <a:xfrm>
              <a:off x="-117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Text 180">
              <a:extLst>
                <a:ext uri="{FF2B5EF4-FFF2-40B4-BE49-F238E27FC236}">
                  <a16:creationId xmlns:a16="http://schemas.microsoft.com/office/drawing/2014/main" id="{B85CF0D1-8AC4-6CC0-4324-3AA4A84EF3A1}"/>
                </a:ext>
              </a:extLst>
            </p:cNvPr>
            <p:cNvSpPr txBox="1"/>
            <p:nvPr/>
          </p:nvSpPr>
          <p:spPr>
            <a:xfrm>
              <a:off x="-100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Text 181">
              <a:extLst>
                <a:ext uri="{FF2B5EF4-FFF2-40B4-BE49-F238E27FC236}">
                  <a16:creationId xmlns:a16="http://schemas.microsoft.com/office/drawing/2014/main" id="{474C5EB2-08F2-6B05-CFEE-AAD0A015FB2E}"/>
                </a:ext>
              </a:extLst>
            </p:cNvPr>
            <p:cNvSpPr txBox="1"/>
            <p:nvPr/>
          </p:nvSpPr>
          <p:spPr>
            <a:xfrm>
              <a:off x="-83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4" name="Text 182">
              <a:extLst>
                <a:ext uri="{FF2B5EF4-FFF2-40B4-BE49-F238E27FC236}">
                  <a16:creationId xmlns:a16="http://schemas.microsoft.com/office/drawing/2014/main" id="{963ABC01-4699-13CA-904F-3FD295FC73AE}"/>
                </a:ext>
              </a:extLst>
            </p:cNvPr>
            <p:cNvSpPr txBox="1"/>
            <p:nvPr/>
          </p:nvSpPr>
          <p:spPr>
            <a:xfrm>
              <a:off x="-67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5" name="Text 183">
              <a:extLst>
                <a:ext uri="{FF2B5EF4-FFF2-40B4-BE49-F238E27FC236}">
                  <a16:creationId xmlns:a16="http://schemas.microsoft.com/office/drawing/2014/main" id="{3C8E7BC4-E092-FF99-D6DA-0DD675132732}"/>
                </a:ext>
              </a:extLst>
            </p:cNvPr>
            <p:cNvSpPr txBox="1"/>
            <p:nvPr/>
          </p:nvSpPr>
          <p:spPr>
            <a:xfrm>
              <a:off x="-50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Text 184">
              <a:extLst>
                <a:ext uri="{FF2B5EF4-FFF2-40B4-BE49-F238E27FC236}">
                  <a16:creationId xmlns:a16="http://schemas.microsoft.com/office/drawing/2014/main" id="{EFB80C55-F00F-7BC5-92B6-B5757BBDBF5B}"/>
                </a:ext>
              </a:extLst>
            </p:cNvPr>
            <p:cNvSpPr txBox="1"/>
            <p:nvPr/>
          </p:nvSpPr>
          <p:spPr>
            <a:xfrm>
              <a:off x="-33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7" name="Text 185">
              <a:extLst>
                <a:ext uri="{FF2B5EF4-FFF2-40B4-BE49-F238E27FC236}">
                  <a16:creationId xmlns:a16="http://schemas.microsoft.com/office/drawing/2014/main" id="{52AAD268-ACA4-9571-EFDA-68C500F51A34}"/>
                </a:ext>
              </a:extLst>
            </p:cNvPr>
            <p:cNvSpPr txBox="1"/>
            <p:nvPr/>
          </p:nvSpPr>
          <p:spPr>
            <a:xfrm>
              <a:off x="-17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8" name="Text 186">
              <a:extLst>
                <a:ext uri="{FF2B5EF4-FFF2-40B4-BE49-F238E27FC236}">
                  <a16:creationId xmlns:a16="http://schemas.microsoft.com/office/drawing/2014/main" id="{3879AD91-220D-5642-6A51-543D1713826C}"/>
                </a:ext>
              </a:extLst>
            </p:cNvPr>
            <p:cNvSpPr txBox="1"/>
            <p:nvPr/>
          </p:nvSpPr>
          <p:spPr>
            <a:xfrm>
              <a:off x="-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9" name="Text 187">
              <a:extLst>
                <a:ext uri="{FF2B5EF4-FFF2-40B4-BE49-F238E27FC236}">
                  <a16:creationId xmlns:a16="http://schemas.microsoft.com/office/drawing/2014/main" id="{91A18A4F-7D3E-B24C-D768-3439E246451C}"/>
                </a:ext>
              </a:extLst>
            </p:cNvPr>
            <p:cNvSpPr txBox="1"/>
            <p:nvPr/>
          </p:nvSpPr>
          <p:spPr>
            <a:xfrm>
              <a:off x="16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0" name="Text 188">
              <a:extLst>
                <a:ext uri="{FF2B5EF4-FFF2-40B4-BE49-F238E27FC236}">
                  <a16:creationId xmlns:a16="http://schemas.microsoft.com/office/drawing/2014/main" id="{CA46E2C6-9846-2177-248E-824C6D976DE8}"/>
                </a:ext>
              </a:extLst>
            </p:cNvPr>
            <p:cNvSpPr txBox="1"/>
            <p:nvPr/>
          </p:nvSpPr>
          <p:spPr>
            <a:xfrm>
              <a:off x="33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1" name="Text 189">
              <a:extLst>
                <a:ext uri="{FF2B5EF4-FFF2-40B4-BE49-F238E27FC236}">
                  <a16:creationId xmlns:a16="http://schemas.microsoft.com/office/drawing/2014/main" id="{D3ED4975-7C62-10D5-432F-B65C4235CBD4}"/>
                </a:ext>
              </a:extLst>
            </p:cNvPr>
            <p:cNvSpPr txBox="1"/>
            <p:nvPr/>
          </p:nvSpPr>
          <p:spPr>
            <a:xfrm>
              <a:off x="49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2" name="Text 190">
              <a:extLst>
                <a:ext uri="{FF2B5EF4-FFF2-40B4-BE49-F238E27FC236}">
                  <a16:creationId xmlns:a16="http://schemas.microsoft.com/office/drawing/2014/main" id="{C4DD6D69-7FF1-CE2A-EC33-E649A6DCF7C5}"/>
                </a:ext>
              </a:extLst>
            </p:cNvPr>
            <p:cNvSpPr txBox="1"/>
            <p:nvPr/>
          </p:nvSpPr>
          <p:spPr>
            <a:xfrm>
              <a:off x="66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3" name="Text 191">
              <a:extLst>
                <a:ext uri="{FF2B5EF4-FFF2-40B4-BE49-F238E27FC236}">
                  <a16:creationId xmlns:a16="http://schemas.microsoft.com/office/drawing/2014/main" id="{F231D49B-31DA-2EF5-E482-9118120DF0E5}"/>
                </a:ext>
              </a:extLst>
            </p:cNvPr>
            <p:cNvSpPr txBox="1"/>
            <p:nvPr/>
          </p:nvSpPr>
          <p:spPr>
            <a:xfrm>
              <a:off x="83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4" name="Text 192">
              <a:extLst>
                <a:ext uri="{FF2B5EF4-FFF2-40B4-BE49-F238E27FC236}">
                  <a16:creationId xmlns:a16="http://schemas.microsoft.com/office/drawing/2014/main" id="{8562CFDF-B1F2-733E-6065-076EC6D3F170}"/>
                </a:ext>
              </a:extLst>
            </p:cNvPr>
            <p:cNvSpPr txBox="1"/>
            <p:nvPr/>
          </p:nvSpPr>
          <p:spPr>
            <a:xfrm>
              <a:off x="100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Text 193">
              <a:extLst>
                <a:ext uri="{FF2B5EF4-FFF2-40B4-BE49-F238E27FC236}">
                  <a16:creationId xmlns:a16="http://schemas.microsoft.com/office/drawing/2014/main" id="{F8BBE10F-86BA-FD0B-8E9B-7A7068B2831D}"/>
                </a:ext>
              </a:extLst>
            </p:cNvPr>
            <p:cNvSpPr txBox="1"/>
            <p:nvPr/>
          </p:nvSpPr>
          <p:spPr>
            <a:xfrm>
              <a:off x="116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6" name="Text 194">
              <a:extLst>
                <a:ext uri="{FF2B5EF4-FFF2-40B4-BE49-F238E27FC236}">
                  <a16:creationId xmlns:a16="http://schemas.microsoft.com/office/drawing/2014/main" id="{C4739324-D9C7-F36A-1DEB-25AB73C8A539}"/>
                </a:ext>
              </a:extLst>
            </p:cNvPr>
            <p:cNvSpPr txBox="1"/>
            <p:nvPr/>
          </p:nvSpPr>
          <p:spPr>
            <a:xfrm>
              <a:off x="133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7" name="Text 195">
              <a:extLst>
                <a:ext uri="{FF2B5EF4-FFF2-40B4-BE49-F238E27FC236}">
                  <a16:creationId xmlns:a16="http://schemas.microsoft.com/office/drawing/2014/main" id="{97D767F9-14CE-F478-A37B-676FD4C31C55}"/>
                </a:ext>
              </a:extLst>
            </p:cNvPr>
            <p:cNvSpPr txBox="1"/>
            <p:nvPr/>
          </p:nvSpPr>
          <p:spPr>
            <a:xfrm>
              <a:off x="150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8" name="Text 196">
              <a:extLst>
                <a:ext uri="{FF2B5EF4-FFF2-40B4-BE49-F238E27FC236}">
                  <a16:creationId xmlns:a16="http://schemas.microsoft.com/office/drawing/2014/main" id="{3E46FB8F-892A-4FC5-7B52-2F66FBFFFC36}"/>
                </a:ext>
              </a:extLst>
            </p:cNvPr>
            <p:cNvSpPr txBox="1"/>
            <p:nvPr/>
          </p:nvSpPr>
          <p:spPr>
            <a:xfrm>
              <a:off x="166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9" name="Text 197">
              <a:extLst>
                <a:ext uri="{FF2B5EF4-FFF2-40B4-BE49-F238E27FC236}">
                  <a16:creationId xmlns:a16="http://schemas.microsoft.com/office/drawing/2014/main" id="{DE5FB6D9-C51E-976C-F1E0-3A632FF2BAD9}"/>
                </a:ext>
              </a:extLst>
            </p:cNvPr>
            <p:cNvSpPr txBox="1"/>
            <p:nvPr/>
          </p:nvSpPr>
          <p:spPr>
            <a:xfrm>
              <a:off x="183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0" name="Text 198">
              <a:extLst>
                <a:ext uri="{FF2B5EF4-FFF2-40B4-BE49-F238E27FC236}">
                  <a16:creationId xmlns:a16="http://schemas.microsoft.com/office/drawing/2014/main" id="{1817BD33-72A1-61B3-10E3-1587C31D171A}"/>
                </a:ext>
              </a:extLst>
            </p:cNvPr>
            <p:cNvSpPr txBox="1"/>
            <p:nvPr/>
          </p:nvSpPr>
          <p:spPr>
            <a:xfrm>
              <a:off x="200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1" name="Text 199">
              <a:extLst>
                <a:ext uri="{FF2B5EF4-FFF2-40B4-BE49-F238E27FC236}">
                  <a16:creationId xmlns:a16="http://schemas.microsoft.com/office/drawing/2014/main" id="{4BEDEEE7-1253-ED36-39A1-D51C63462012}"/>
                </a:ext>
              </a:extLst>
            </p:cNvPr>
            <p:cNvSpPr txBox="1"/>
            <p:nvPr/>
          </p:nvSpPr>
          <p:spPr>
            <a:xfrm>
              <a:off x="217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2" name="Text 200">
              <a:extLst>
                <a:ext uri="{FF2B5EF4-FFF2-40B4-BE49-F238E27FC236}">
                  <a16:creationId xmlns:a16="http://schemas.microsoft.com/office/drawing/2014/main" id="{D6F9E2A3-4FBC-DA31-8E39-AEFD50F548A1}"/>
                </a:ext>
              </a:extLst>
            </p:cNvPr>
            <p:cNvSpPr txBox="1"/>
            <p:nvPr/>
          </p:nvSpPr>
          <p:spPr>
            <a:xfrm>
              <a:off x="233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3" name="Text 201">
              <a:extLst>
                <a:ext uri="{FF2B5EF4-FFF2-40B4-BE49-F238E27FC236}">
                  <a16:creationId xmlns:a16="http://schemas.microsoft.com/office/drawing/2014/main" id="{7525E018-A98A-ACAA-297E-D33D742FD3F5}"/>
                </a:ext>
              </a:extLst>
            </p:cNvPr>
            <p:cNvSpPr txBox="1"/>
            <p:nvPr/>
          </p:nvSpPr>
          <p:spPr>
            <a:xfrm>
              <a:off x="250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Text 202">
              <a:extLst>
                <a:ext uri="{FF2B5EF4-FFF2-40B4-BE49-F238E27FC236}">
                  <a16:creationId xmlns:a16="http://schemas.microsoft.com/office/drawing/2014/main" id="{7194C4C9-3E6F-32A9-A4FF-17D605A74EE8}"/>
                </a:ext>
              </a:extLst>
            </p:cNvPr>
            <p:cNvSpPr txBox="1"/>
            <p:nvPr/>
          </p:nvSpPr>
          <p:spPr>
            <a:xfrm>
              <a:off x="267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5" name="Text 203">
              <a:extLst>
                <a:ext uri="{FF2B5EF4-FFF2-40B4-BE49-F238E27FC236}">
                  <a16:creationId xmlns:a16="http://schemas.microsoft.com/office/drawing/2014/main" id="{C86ADCBC-7ECD-C186-752B-C7A3E37FC621}"/>
                </a:ext>
              </a:extLst>
            </p:cNvPr>
            <p:cNvSpPr txBox="1"/>
            <p:nvPr/>
          </p:nvSpPr>
          <p:spPr>
            <a:xfrm>
              <a:off x="283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6" name="Text 204">
              <a:extLst>
                <a:ext uri="{FF2B5EF4-FFF2-40B4-BE49-F238E27FC236}">
                  <a16:creationId xmlns:a16="http://schemas.microsoft.com/office/drawing/2014/main" id="{579A2EEA-2A88-363F-D5C5-06502E9FE359}"/>
                </a:ext>
              </a:extLst>
            </p:cNvPr>
            <p:cNvSpPr txBox="1"/>
            <p:nvPr/>
          </p:nvSpPr>
          <p:spPr>
            <a:xfrm>
              <a:off x="300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7" name="Text 205">
              <a:extLst>
                <a:ext uri="{FF2B5EF4-FFF2-40B4-BE49-F238E27FC236}">
                  <a16:creationId xmlns:a16="http://schemas.microsoft.com/office/drawing/2014/main" id="{26B1F05B-82AD-2238-CED5-C03D1EF30A5F}"/>
                </a:ext>
              </a:extLst>
            </p:cNvPr>
            <p:cNvSpPr txBox="1"/>
            <p:nvPr/>
          </p:nvSpPr>
          <p:spPr>
            <a:xfrm>
              <a:off x="317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8" name="Text 206">
              <a:extLst>
                <a:ext uri="{FF2B5EF4-FFF2-40B4-BE49-F238E27FC236}">
                  <a16:creationId xmlns:a16="http://schemas.microsoft.com/office/drawing/2014/main" id="{76BA9848-EACC-9293-5029-F2C0348A451D}"/>
                </a:ext>
              </a:extLst>
            </p:cNvPr>
            <p:cNvSpPr txBox="1"/>
            <p:nvPr/>
          </p:nvSpPr>
          <p:spPr>
            <a:xfrm>
              <a:off x="334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9" name="Text 207">
              <a:extLst>
                <a:ext uri="{FF2B5EF4-FFF2-40B4-BE49-F238E27FC236}">
                  <a16:creationId xmlns:a16="http://schemas.microsoft.com/office/drawing/2014/main" id="{6F3EB4A9-5AD8-F3AC-34C8-86D2837FD622}"/>
                </a:ext>
              </a:extLst>
            </p:cNvPr>
            <p:cNvSpPr txBox="1"/>
            <p:nvPr/>
          </p:nvSpPr>
          <p:spPr>
            <a:xfrm>
              <a:off x="350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0" name="Text 208">
              <a:extLst>
                <a:ext uri="{FF2B5EF4-FFF2-40B4-BE49-F238E27FC236}">
                  <a16:creationId xmlns:a16="http://schemas.microsoft.com/office/drawing/2014/main" id="{6F90F90C-1F3B-C3CD-9B02-2116257611FC}"/>
                </a:ext>
              </a:extLst>
            </p:cNvPr>
            <p:cNvSpPr txBox="1"/>
            <p:nvPr/>
          </p:nvSpPr>
          <p:spPr>
            <a:xfrm>
              <a:off x="367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1" name="Text 209">
              <a:extLst>
                <a:ext uri="{FF2B5EF4-FFF2-40B4-BE49-F238E27FC236}">
                  <a16:creationId xmlns:a16="http://schemas.microsoft.com/office/drawing/2014/main" id="{811726CE-DEA4-C6C6-F354-E1AA4AC93229}"/>
                </a:ext>
              </a:extLst>
            </p:cNvPr>
            <p:cNvSpPr txBox="1"/>
            <p:nvPr/>
          </p:nvSpPr>
          <p:spPr>
            <a:xfrm>
              <a:off x="384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2" name="Text 210">
              <a:extLst>
                <a:ext uri="{FF2B5EF4-FFF2-40B4-BE49-F238E27FC236}">
                  <a16:creationId xmlns:a16="http://schemas.microsoft.com/office/drawing/2014/main" id="{0B4A22B8-8E60-073B-19DD-7454C16E827B}"/>
                </a:ext>
              </a:extLst>
            </p:cNvPr>
            <p:cNvSpPr txBox="1"/>
            <p:nvPr/>
          </p:nvSpPr>
          <p:spPr>
            <a:xfrm>
              <a:off x="400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3" name="Text 211">
              <a:extLst>
                <a:ext uri="{FF2B5EF4-FFF2-40B4-BE49-F238E27FC236}">
                  <a16:creationId xmlns:a16="http://schemas.microsoft.com/office/drawing/2014/main" id="{D0560E1F-F666-05CC-7014-B443485990B7}"/>
                </a:ext>
              </a:extLst>
            </p:cNvPr>
            <p:cNvSpPr txBox="1"/>
            <p:nvPr/>
          </p:nvSpPr>
          <p:spPr>
            <a:xfrm>
              <a:off x="417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4" name="Text 212">
              <a:extLst>
                <a:ext uri="{FF2B5EF4-FFF2-40B4-BE49-F238E27FC236}">
                  <a16:creationId xmlns:a16="http://schemas.microsoft.com/office/drawing/2014/main" id="{8C44A022-0A72-A0F5-0670-80F99EB77517}"/>
                </a:ext>
              </a:extLst>
            </p:cNvPr>
            <p:cNvSpPr txBox="1"/>
            <p:nvPr/>
          </p:nvSpPr>
          <p:spPr>
            <a:xfrm>
              <a:off x="434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5" name="Text 213">
              <a:extLst>
                <a:ext uri="{FF2B5EF4-FFF2-40B4-BE49-F238E27FC236}">
                  <a16:creationId xmlns:a16="http://schemas.microsoft.com/office/drawing/2014/main" id="{60DE81FC-DE43-79B6-3CE3-1A91051EE373}"/>
                </a:ext>
              </a:extLst>
            </p:cNvPr>
            <p:cNvSpPr txBox="1"/>
            <p:nvPr/>
          </p:nvSpPr>
          <p:spPr>
            <a:xfrm>
              <a:off x="451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6" name="Text 214">
              <a:extLst>
                <a:ext uri="{FF2B5EF4-FFF2-40B4-BE49-F238E27FC236}">
                  <a16:creationId xmlns:a16="http://schemas.microsoft.com/office/drawing/2014/main" id="{76593473-5FAE-16B2-1312-74EEB9F0607E}"/>
                </a:ext>
              </a:extLst>
            </p:cNvPr>
            <p:cNvSpPr txBox="1"/>
            <p:nvPr/>
          </p:nvSpPr>
          <p:spPr>
            <a:xfrm>
              <a:off x="467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7" name="Text 215">
              <a:extLst>
                <a:ext uri="{FF2B5EF4-FFF2-40B4-BE49-F238E27FC236}">
                  <a16:creationId xmlns:a16="http://schemas.microsoft.com/office/drawing/2014/main" id="{00BBD2B6-569E-DBC5-A906-F15D30A33756}"/>
                </a:ext>
              </a:extLst>
            </p:cNvPr>
            <p:cNvSpPr txBox="1"/>
            <p:nvPr/>
          </p:nvSpPr>
          <p:spPr>
            <a:xfrm>
              <a:off x="484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8" name="Text 216">
              <a:extLst>
                <a:ext uri="{FF2B5EF4-FFF2-40B4-BE49-F238E27FC236}">
                  <a16:creationId xmlns:a16="http://schemas.microsoft.com/office/drawing/2014/main" id="{F2BAC6ED-B864-251D-4712-A5EE17457ED6}"/>
                </a:ext>
              </a:extLst>
            </p:cNvPr>
            <p:cNvSpPr txBox="1"/>
            <p:nvPr/>
          </p:nvSpPr>
          <p:spPr>
            <a:xfrm>
              <a:off x="501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9" name="Text 217">
              <a:extLst>
                <a:ext uri="{FF2B5EF4-FFF2-40B4-BE49-F238E27FC236}">
                  <a16:creationId xmlns:a16="http://schemas.microsoft.com/office/drawing/2014/main" id="{12CB7C25-B3AE-A5F9-978C-7EE057F67016}"/>
                </a:ext>
              </a:extLst>
            </p:cNvPr>
            <p:cNvSpPr txBox="1"/>
            <p:nvPr/>
          </p:nvSpPr>
          <p:spPr>
            <a:xfrm>
              <a:off x="518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0" name="Text 218">
              <a:extLst>
                <a:ext uri="{FF2B5EF4-FFF2-40B4-BE49-F238E27FC236}">
                  <a16:creationId xmlns:a16="http://schemas.microsoft.com/office/drawing/2014/main" id="{54F44E1B-2753-B090-6614-21A43B41E215}"/>
                </a:ext>
              </a:extLst>
            </p:cNvPr>
            <p:cNvSpPr txBox="1"/>
            <p:nvPr/>
          </p:nvSpPr>
          <p:spPr>
            <a:xfrm>
              <a:off x="534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1" name="Text 219">
              <a:extLst>
                <a:ext uri="{FF2B5EF4-FFF2-40B4-BE49-F238E27FC236}">
                  <a16:creationId xmlns:a16="http://schemas.microsoft.com/office/drawing/2014/main" id="{0D5D7680-3666-F511-42A7-637CEF6312E1}"/>
                </a:ext>
              </a:extLst>
            </p:cNvPr>
            <p:cNvSpPr txBox="1"/>
            <p:nvPr/>
          </p:nvSpPr>
          <p:spPr>
            <a:xfrm>
              <a:off x="551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2" name="Text 220">
              <a:extLst>
                <a:ext uri="{FF2B5EF4-FFF2-40B4-BE49-F238E27FC236}">
                  <a16:creationId xmlns:a16="http://schemas.microsoft.com/office/drawing/2014/main" id="{A6479F12-2FFB-0F96-53F4-CBC26DE12416}"/>
                </a:ext>
              </a:extLst>
            </p:cNvPr>
            <p:cNvSpPr txBox="1"/>
            <p:nvPr/>
          </p:nvSpPr>
          <p:spPr>
            <a:xfrm>
              <a:off x="568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3" name="Text 221">
              <a:extLst>
                <a:ext uri="{FF2B5EF4-FFF2-40B4-BE49-F238E27FC236}">
                  <a16:creationId xmlns:a16="http://schemas.microsoft.com/office/drawing/2014/main" id="{F4D143FC-D17D-E55B-DC7E-001F06E76DC1}"/>
                </a:ext>
              </a:extLst>
            </p:cNvPr>
            <p:cNvSpPr txBox="1"/>
            <p:nvPr/>
          </p:nvSpPr>
          <p:spPr>
            <a:xfrm>
              <a:off x="584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4" name="Text 222">
              <a:extLst>
                <a:ext uri="{FF2B5EF4-FFF2-40B4-BE49-F238E27FC236}">
                  <a16:creationId xmlns:a16="http://schemas.microsoft.com/office/drawing/2014/main" id="{6A78FA64-73DF-80F8-DEE6-748C48A44E47}"/>
                </a:ext>
              </a:extLst>
            </p:cNvPr>
            <p:cNvSpPr txBox="1"/>
            <p:nvPr/>
          </p:nvSpPr>
          <p:spPr>
            <a:xfrm>
              <a:off x="601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5" name="Text 223">
              <a:extLst>
                <a:ext uri="{FF2B5EF4-FFF2-40B4-BE49-F238E27FC236}">
                  <a16:creationId xmlns:a16="http://schemas.microsoft.com/office/drawing/2014/main" id="{D439911D-300F-063C-6260-CBEF572387D2}"/>
                </a:ext>
              </a:extLst>
            </p:cNvPr>
            <p:cNvSpPr txBox="1"/>
            <p:nvPr/>
          </p:nvSpPr>
          <p:spPr>
            <a:xfrm>
              <a:off x="618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6" name="Text 224">
              <a:extLst>
                <a:ext uri="{FF2B5EF4-FFF2-40B4-BE49-F238E27FC236}">
                  <a16:creationId xmlns:a16="http://schemas.microsoft.com/office/drawing/2014/main" id="{6E51FCDC-6E1F-7C62-1D38-3933A5E2E166}"/>
                </a:ext>
              </a:extLst>
            </p:cNvPr>
            <p:cNvSpPr txBox="1"/>
            <p:nvPr/>
          </p:nvSpPr>
          <p:spPr>
            <a:xfrm>
              <a:off x="635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7" name="Text 225">
              <a:extLst>
                <a:ext uri="{FF2B5EF4-FFF2-40B4-BE49-F238E27FC236}">
                  <a16:creationId xmlns:a16="http://schemas.microsoft.com/office/drawing/2014/main" id="{1D867CED-DD36-EA12-7BA8-D03F86479554}"/>
                </a:ext>
              </a:extLst>
            </p:cNvPr>
            <p:cNvSpPr txBox="1"/>
            <p:nvPr/>
          </p:nvSpPr>
          <p:spPr>
            <a:xfrm>
              <a:off x="651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Text 226">
              <a:extLst>
                <a:ext uri="{FF2B5EF4-FFF2-40B4-BE49-F238E27FC236}">
                  <a16:creationId xmlns:a16="http://schemas.microsoft.com/office/drawing/2014/main" id="{DEB48E5C-420C-B969-B85C-5F123E8389BA}"/>
                </a:ext>
              </a:extLst>
            </p:cNvPr>
            <p:cNvSpPr txBox="1"/>
            <p:nvPr/>
          </p:nvSpPr>
          <p:spPr>
            <a:xfrm>
              <a:off x="668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9" name="Text 227">
              <a:extLst>
                <a:ext uri="{FF2B5EF4-FFF2-40B4-BE49-F238E27FC236}">
                  <a16:creationId xmlns:a16="http://schemas.microsoft.com/office/drawing/2014/main" id="{1D885437-4990-CF97-01D7-09B710B48B57}"/>
                </a:ext>
              </a:extLst>
            </p:cNvPr>
            <p:cNvSpPr txBox="1"/>
            <p:nvPr/>
          </p:nvSpPr>
          <p:spPr>
            <a:xfrm>
              <a:off x="685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0" name="Text 228">
              <a:extLst>
                <a:ext uri="{FF2B5EF4-FFF2-40B4-BE49-F238E27FC236}">
                  <a16:creationId xmlns:a16="http://schemas.microsoft.com/office/drawing/2014/main" id="{1E4554D0-B41A-730F-256C-D6FEB7C0DDC5}"/>
                </a:ext>
              </a:extLst>
            </p:cNvPr>
            <p:cNvSpPr txBox="1"/>
            <p:nvPr/>
          </p:nvSpPr>
          <p:spPr>
            <a:xfrm>
              <a:off x="701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Text 229">
              <a:extLst>
                <a:ext uri="{FF2B5EF4-FFF2-40B4-BE49-F238E27FC236}">
                  <a16:creationId xmlns:a16="http://schemas.microsoft.com/office/drawing/2014/main" id="{462E934D-6BCC-FA6F-350A-408BA1BD9184}"/>
                </a:ext>
              </a:extLst>
            </p:cNvPr>
            <p:cNvSpPr txBox="1"/>
            <p:nvPr/>
          </p:nvSpPr>
          <p:spPr>
            <a:xfrm>
              <a:off x="718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2" name="Text 230">
              <a:extLst>
                <a:ext uri="{FF2B5EF4-FFF2-40B4-BE49-F238E27FC236}">
                  <a16:creationId xmlns:a16="http://schemas.microsoft.com/office/drawing/2014/main" id="{5ABA8376-E7E8-A2A8-CF67-29467B29805E}"/>
                </a:ext>
              </a:extLst>
            </p:cNvPr>
            <p:cNvSpPr txBox="1"/>
            <p:nvPr/>
          </p:nvSpPr>
          <p:spPr>
            <a:xfrm>
              <a:off x="735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3" name="Text 231">
              <a:extLst>
                <a:ext uri="{FF2B5EF4-FFF2-40B4-BE49-F238E27FC236}">
                  <a16:creationId xmlns:a16="http://schemas.microsoft.com/office/drawing/2014/main" id="{343175DF-1B79-9DA8-B740-487BC0D70E78}"/>
                </a:ext>
              </a:extLst>
            </p:cNvPr>
            <p:cNvSpPr txBox="1"/>
            <p:nvPr/>
          </p:nvSpPr>
          <p:spPr>
            <a:xfrm>
              <a:off x="752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4" name="Text 232">
              <a:extLst>
                <a:ext uri="{FF2B5EF4-FFF2-40B4-BE49-F238E27FC236}">
                  <a16:creationId xmlns:a16="http://schemas.microsoft.com/office/drawing/2014/main" id="{AC213EE3-213B-F05A-8D1D-A3180BBFBA8D}"/>
                </a:ext>
              </a:extLst>
            </p:cNvPr>
            <p:cNvSpPr txBox="1"/>
            <p:nvPr/>
          </p:nvSpPr>
          <p:spPr>
            <a:xfrm>
              <a:off x="768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5" name="Text 233">
              <a:extLst>
                <a:ext uri="{FF2B5EF4-FFF2-40B4-BE49-F238E27FC236}">
                  <a16:creationId xmlns:a16="http://schemas.microsoft.com/office/drawing/2014/main" id="{B32C298C-02BE-1CF5-2C54-90F760870AA3}"/>
                </a:ext>
              </a:extLst>
            </p:cNvPr>
            <p:cNvSpPr txBox="1"/>
            <p:nvPr/>
          </p:nvSpPr>
          <p:spPr>
            <a:xfrm>
              <a:off x="785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6" name="Text 234">
              <a:extLst>
                <a:ext uri="{FF2B5EF4-FFF2-40B4-BE49-F238E27FC236}">
                  <a16:creationId xmlns:a16="http://schemas.microsoft.com/office/drawing/2014/main" id="{2D236203-E251-B1E0-D945-F10443AD5178}"/>
                </a:ext>
              </a:extLst>
            </p:cNvPr>
            <p:cNvSpPr txBox="1"/>
            <p:nvPr/>
          </p:nvSpPr>
          <p:spPr>
            <a:xfrm>
              <a:off x="802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7" name="Text 235">
              <a:extLst>
                <a:ext uri="{FF2B5EF4-FFF2-40B4-BE49-F238E27FC236}">
                  <a16:creationId xmlns:a16="http://schemas.microsoft.com/office/drawing/2014/main" id="{81EA2AE5-5A58-2FAA-745B-25E58516F077}"/>
                </a:ext>
              </a:extLst>
            </p:cNvPr>
            <p:cNvSpPr txBox="1"/>
            <p:nvPr/>
          </p:nvSpPr>
          <p:spPr>
            <a:xfrm>
              <a:off x="818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8" name="Text 236">
              <a:extLst>
                <a:ext uri="{FF2B5EF4-FFF2-40B4-BE49-F238E27FC236}">
                  <a16:creationId xmlns:a16="http://schemas.microsoft.com/office/drawing/2014/main" id="{EB3EF2CA-7997-73AD-6D27-B5CCF20A4F8B}"/>
                </a:ext>
              </a:extLst>
            </p:cNvPr>
            <p:cNvSpPr txBox="1"/>
            <p:nvPr/>
          </p:nvSpPr>
          <p:spPr>
            <a:xfrm>
              <a:off x="835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9" name="Text 237">
              <a:extLst>
                <a:ext uri="{FF2B5EF4-FFF2-40B4-BE49-F238E27FC236}">
                  <a16:creationId xmlns:a16="http://schemas.microsoft.com/office/drawing/2014/main" id="{5917FBCA-A230-9260-768D-C4243B8B7242}"/>
                </a:ext>
              </a:extLst>
            </p:cNvPr>
            <p:cNvSpPr txBox="1"/>
            <p:nvPr/>
          </p:nvSpPr>
          <p:spPr>
            <a:xfrm>
              <a:off x="852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0" name="Text 238">
              <a:extLst>
                <a:ext uri="{FF2B5EF4-FFF2-40B4-BE49-F238E27FC236}">
                  <a16:creationId xmlns:a16="http://schemas.microsoft.com/office/drawing/2014/main" id="{5084A117-4630-28FE-4979-5249AB89D7F5}"/>
                </a:ext>
              </a:extLst>
            </p:cNvPr>
            <p:cNvSpPr txBox="1"/>
            <p:nvPr/>
          </p:nvSpPr>
          <p:spPr>
            <a:xfrm>
              <a:off x="869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1" name="Text 239">
              <a:extLst>
                <a:ext uri="{FF2B5EF4-FFF2-40B4-BE49-F238E27FC236}">
                  <a16:creationId xmlns:a16="http://schemas.microsoft.com/office/drawing/2014/main" id="{3EDBDFDF-0B06-F8E2-3045-249E63245C7D}"/>
                </a:ext>
              </a:extLst>
            </p:cNvPr>
            <p:cNvSpPr txBox="1"/>
            <p:nvPr/>
          </p:nvSpPr>
          <p:spPr>
            <a:xfrm>
              <a:off x="885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2" name="Text 240">
              <a:extLst>
                <a:ext uri="{FF2B5EF4-FFF2-40B4-BE49-F238E27FC236}">
                  <a16:creationId xmlns:a16="http://schemas.microsoft.com/office/drawing/2014/main" id="{02393830-50F8-C8C0-3E49-2606707ABB05}"/>
                </a:ext>
              </a:extLst>
            </p:cNvPr>
            <p:cNvSpPr txBox="1"/>
            <p:nvPr/>
          </p:nvSpPr>
          <p:spPr>
            <a:xfrm>
              <a:off x="902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3" name="Text 241">
              <a:extLst>
                <a:ext uri="{FF2B5EF4-FFF2-40B4-BE49-F238E27FC236}">
                  <a16:creationId xmlns:a16="http://schemas.microsoft.com/office/drawing/2014/main" id="{9E863AF8-DDFC-D441-2C59-9815AC2387BA}"/>
                </a:ext>
              </a:extLst>
            </p:cNvPr>
            <p:cNvSpPr txBox="1"/>
            <p:nvPr/>
          </p:nvSpPr>
          <p:spPr>
            <a:xfrm>
              <a:off x="919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4" name="Text 242">
              <a:extLst>
                <a:ext uri="{FF2B5EF4-FFF2-40B4-BE49-F238E27FC236}">
                  <a16:creationId xmlns:a16="http://schemas.microsoft.com/office/drawing/2014/main" id="{D42933DB-7317-9250-F0A3-9DE9522A2CBC}"/>
                </a:ext>
              </a:extLst>
            </p:cNvPr>
            <p:cNvSpPr txBox="1"/>
            <p:nvPr/>
          </p:nvSpPr>
          <p:spPr>
            <a:xfrm>
              <a:off x="936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Text 243">
              <a:extLst>
                <a:ext uri="{FF2B5EF4-FFF2-40B4-BE49-F238E27FC236}">
                  <a16:creationId xmlns:a16="http://schemas.microsoft.com/office/drawing/2014/main" id="{C68E5E00-2D4C-3DC8-B6A0-4B05527471A8}"/>
                </a:ext>
              </a:extLst>
            </p:cNvPr>
            <p:cNvSpPr txBox="1"/>
            <p:nvPr/>
          </p:nvSpPr>
          <p:spPr>
            <a:xfrm>
              <a:off x="952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6" name="Text 244">
              <a:extLst>
                <a:ext uri="{FF2B5EF4-FFF2-40B4-BE49-F238E27FC236}">
                  <a16:creationId xmlns:a16="http://schemas.microsoft.com/office/drawing/2014/main" id="{483F3640-BB6D-DA28-B048-F5E9C9E43246}"/>
                </a:ext>
              </a:extLst>
            </p:cNvPr>
            <p:cNvSpPr txBox="1"/>
            <p:nvPr/>
          </p:nvSpPr>
          <p:spPr>
            <a:xfrm>
              <a:off x="969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7" name="Text 245">
              <a:extLst>
                <a:ext uri="{FF2B5EF4-FFF2-40B4-BE49-F238E27FC236}">
                  <a16:creationId xmlns:a16="http://schemas.microsoft.com/office/drawing/2014/main" id="{3185A572-FBC6-416C-3219-E143E20CACE4}"/>
                </a:ext>
              </a:extLst>
            </p:cNvPr>
            <p:cNvSpPr txBox="1"/>
            <p:nvPr/>
          </p:nvSpPr>
          <p:spPr>
            <a:xfrm>
              <a:off x="986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8" name="Text 246">
              <a:extLst>
                <a:ext uri="{FF2B5EF4-FFF2-40B4-BE49-F238E27FC236}">
                  <a16:creationId xmlns:a16="http://schemas.microsoft.com/office/drawing/2014/main" id="{3BBB4074-A5DA-5290-918C-38040072630D}"/>
                </a:ext>
              </a:extLst>
            </p:cNvPr>
            <p:cNvSpPr txBox="1"/>
            <p:nvPr/>
          </p:nvSpPr>
          <p:spPr>
            <a:xfrm>
              <a:off x="1002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9" name="Text 247">
              <a:extLst>
                <a:ext uri="{FF2B5EF4-FFF2-40B4-BE49-F238E27FC236}">
                  <a16:creationId xmlns:a16="http://schemas.microsoft.com/office/drawing/2014/main" id="{2F04E2B7-75F3-28B0-1747-2AC616E12060}"/>
                </a:ext>
              </a:extLst>
            </p:cNvPr>
            <p:cNvSpPr txBox="1"/>
            <p:nvPr/>
          </p:nvSpPr>
          <p:spPr>
            <a:xfrm>
              <a:off x="1019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0" name="Text 248">
              <a:extLst>
                <a:ext uri="{FF2B5EF4-FFF2-40B4-BE49-F238E27FC236}">
                  <a16:creationId xmlns:a16="http://schemas.microsoft.com/office/drawing/2014/main" id="{8CDF43D5-45C6-E090-932F-8EAF44ABCC80}"/>
                </a:ext>
              </a:extLst>
            </p:cNvPr>
            <p:cNvSpPr txBox="1"/>
            <p:nvPr/>
          </p:nvSpPr>
          <p:spPr>
            <a:xfrm>
              <a:off x="1036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Text 249">
              <a:extLst>
                <a:ext uri="{FF2B5EF4-FFF2-40B4-BE49-F238E27FC236}">
                  <a16:creationId xmlns:a16="http://schemas.microsoft.com/office/drawing/2014/main" id="{C2539F79-A08C-B2D1-D610-88A49D939744}"/>
                </a:ext>
              </a:extLst>
            </p:cNvPr>
            <p:cNvSpPr txBox="1"/>
            <p:nvPr/>
          </p:nvSpPr>
          <p:spPr>
            <a:xfrm>
              <a:off x="1053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Text 250">
              <a:extLst>
                <a:ext uri="{FF2B5EF4-FFF2-40B4-BE49-F238E27FC236}">
                  <a16:creationId xmlns:a16="http://schemas.microsoft.com/office/drawing/2014/main" id="{D7C5C834-8288-9E05-695A-6E3DD7A04A91}"/>
                </a:ext>
              </a:extLst>
            </p:cNvPr>
            <p:cNvSpPr txBox="1"/>
            <p:nvPr/>
          </p:nvSpPr>
          <p:spPr>
            <a:xfrm>
              <a:off x="1069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3" name="Text 251">
              <a:extLst>
                <a:ext uri="{FF2B5EF4-FFF2-40B4-BE49-F238E27FC236}">
                  <a16:creationId xmlns:a16="http://schemas.microsoft.com/office/drawing/2014/main" id="{7F1E6B1D-BEEA-4C56-3478-E5349EB3CE08}"/>
                </a:ext>
              </a:extLst>
            </p:cNvPr>
            <p:cNvSpPr txBox="1"/>
            <p:nvPr/>
          </p:nvSpPr>
          <p:spPr>
            <a:xfrm>
              <a:off x="1086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Text 252">
              <a:extLst>
                <a:ext uri="{FF2B5EF4-FFF2-40B4-BE49-F238E27FC236}">
                  <a16:creationId xmlns:a16="http://schemas.microsoft.com/office/drawing/2014/main" id="{38CE776A-D287-9CDF-BFFB-BEAC11202289}"/>
                </a:ext>
              </a:extLst>
            </p:cNvPr>
            <p:cNvSpPr txBox="1"/>
            <p:nvPr/>
          </p:nvSpPr>
          <p:spPr>
            <a:xfrm>
              <a:off x="1103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5" name="Text 253">
              <a:extLst>
                <a:ext uri="{FF2B5EF4-FFF2-40B4-BE49-F238E27FC236}">
                  <a16:creationId xmlns:a16="http://schemas.microsoft.com/office/drawing/2014/main" id="{8CCF3439-1C06-2E02-7F6D-202BD20EE2B5}"/>
                </a:ext>
              </a:extLst>
            </p:cNvPr>
            <p:cNvSpPr txBox="1"/>
            <p:nvPr/>
          </p:nvSpPr>
          <p:spPr>
            <a:xfrm>
              <a:off x="1119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6" name="Text 254">
              <a:extLst>
                <a:ext uri="{FF2B5EF4-FFF2-40B4-BE49-F238E27FC236}">
                  <a16:creationId xmlns:a16="http://schemas.microsoft.com/office/drawing/2014/main" id="{F7BF8679-7FD1-CB4D-7CB0-6E8219D2592B}"/>
                </a:ext>
              </a:extLst>
            </p:cNvPr>
            <p:cNvSpPr txBox="1"/>
            <p:nvPr/>
          </p:nvSpPr>
          <p:spPr>
            <a:xfrm>
              <a:off x="1136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Text 255">
              <a:extLst>
                <a:ext uri="{FF2B5EF4-FFF2-40B4-BE49-F238E27FC236}">
                  <a16:creationId xmlns:a16="http://schemas.microsoft.com/office/drawing/2014/main" id="{C983757F-F8A5-C69E-ED6A-4A385DF00693}"/>
                </a:ext>
              </a:extLst>
            </p:cNvPr>
            <p:cNvSpPr txBox="1"/>
            <p:nvPr/>
          </p:nvSpPr>
          <p:spPr>
            <a:xfrm>
              <a:off x="1153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8" name="Text 256">
              <a:extLst>
                <a:ext uri="{FF2B5EF4-FFF2-40B4-BE49-F238E27FC236}">
                  <a16:creationId xmlns:a16="http://schemas.microsoft.com/office/drawing/2014/main" id="{3DF44E97-5C7C-BECE-42CA-F71ACBAF6E29}"/>
                </a:ext>
              </a:extLst>
            </p:cNvPr>
            <p:cNvSpPr txBox="1"/>
            <p:nvPr/>
          </p:nvSpPr>
          <p:spPr>
            <a:xfrm>
              <a:off x="1170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Text 257">
              <a:extLst>
                <a:ext uri="{FF2B5EF4-FFF2-40B4-BE49-F238E27FC236}">
                  <a16:creationId xmlns:a16="http://schemas.microsoft.com/office/drawing/2014/main" id="{441FFC24-AA52-1298-7B23-49EDFF12BBD7}"/>
                </a:ext>
              </a:extLst>
            </p:cNvPr>
            <p:cNvSpPr txBox="1"/>
            <p:nvPr/>
          </p:nvSpPr>
          <p:spPr>
            <a:xfrm>
              <a:off x="1186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Text 258">
              <a:extLst>
                <a:ext uri="{FF2B5EF4-FFF2-40B4-BE49-F238E27FC236}">
                  <a16:creationId xmlns:a16="http://schemas.microsoft.com/office/drawing/2014/main" id="{332B6234-3822-90EB-0B8C-3583FA3FC995}"/>
                </a:ext>
              </a:extLst>
            </p:cNvPr>
            <p:cNvSpPr txBox="1"/>
            <p:nvPr/>
          </p:nvSpPr>
          <p:spPr>
            <a:xfrm>
              <a:off x="1203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1" name="Text 259">
              <a:extLst>
                <a:ext uri="{FF2B5EF4-FFF2-40B4-BE49-F238E27FC236}">
                  <a16:creationId xmlns:a16="http://schemas.microsoft.com/office/drawing/2014/main" id="{D17F0FE0-7CE7-AD39-854F-3D80353A6515}"/>
                </a:ext>
              </a:extLst>
            </p:cNvPr>
            <p:cNvSpPr txBox="1"/>
            <p:nvPr/>
          </p:nvSpPr>
          <p:spPr>
            <a:xfrm>
              <a:off x="1220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2" name="Text 260">
              <a:extLst>
                <a:ext uri="{FF2B5EF4-FFF2-40B4-BE49-F238E27FC236}">
                  <a16:creationId xmlns:a16="http://schemas.microsoft.com/office/drawing/2014/main" id="{C013A9DB-488E-846E-1060-1A63B74C2342}"/>
                </a:ext>
              </a:extLst>
            </p:cNvPr>
            <p:cNvSpPr txBox="1"/>
            <p:nvPr/>
          </p:nvSpPr>
          <p:spPr>
            <a:xfrm>
              <a:off x="1236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3" name="Text 261">
              <a:extLst>
                <a:ext uri="{FF2B5EF4-FFF2-40B4-BE49-F238E27FC236}">
                  <a16:creationId xmlns:a16="http://schemas.microsoft.com/office/drawing/2014/main" id="{5E282E53-5924-E96E-8C40-CA9217DA2128}"/>
                </a:ext>
              </a:extLst>
            </p:cNvPr>
            <p:cNvSpPr txBox="1"/>
            <p:nvPr/>
          </p:nvSpPr>
          <p:spPr>
            <a:xfrm>
              <a:off x="1253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4" name="Text 262">
              <a:extLst>
                <a:ext uri="{FF2B5EF4-FFF2-40B4-BE49-F238E27FC236}">
                  <a16:creationId xmlns:a16="http://schemas.microsoft.com/office/drawing/2014/main" id="{B7F2C91A-AC4D-E8CC-AF3A-56B36F33E098}"/>
                </a:ext>
              </a:extLst>
            </p:cNvPr>
            <p:cNvSpPr txBox="1"/>
            <p:nvPr/>
          </p:nvSpPr>
          <p:spPr>
            <a:xfrm>
              <a:off x="1270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Text 263">
              <a:extLst>
                <a:ext uri="{FF2B5EF4-FFF2-40B4-BE49-F238E27FC236}">
                  <a16:creationId xmlns:a16="http://schemas.microsoft.com/office/drawing/2014/main" id="{83D71228-6D38-589E-D977-71395F27B7D3}"/>
                </a:ext>
              </a:extLst>
            </p:cNvPr>
            <p:cNvSpPr txBox="1"/>
            <p:nvPr/>
          </p:nvSpPr>
          <p:spPr>
            <a:xfrm>
              <a:off x="1287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6" name="Text 264">
              <a:extLst>
                <a:ext uri="{FF2B5EF4-FFF2-40B4-BE49-F238E27FC236}">
                  <a16:creationId xmlns:a16="http://schemas.microsoft.com/office/drawing/2014/main" id="{7CC20FFA-DC4E-6E29-17E7-36E0C4BBEA5B}"/>
                </a:ext>
              </a:extLst>
            </p:cNvPr>
            <p:cNvSpPr txBox="1"/>
            <p:nvPr/>
          </p:nvSpPr>
          <p:spPr>
            <a:xfrm>
              <a:off x="1303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Text 265">
              <a:extLst>
                <a:ext uri="{FF2B5EF4-FFF2-40B4-BE49-F238E27FC236}">
                  <a16:creationId xmlns:a16="http://schemas.microsoft.com/office/drawing/2014/main" id="{81CC59DF-47B9-133A-BE20-9087529C0C47}"/>
                </a:ext>
              </a:extLst>
            </p:cNvPr>
            <p:cNvSpPr txBox="1"/>
            <p:nvPr/>
          </p:nvSpPr>
          <p:spPr>
            <a:xfrm>
              <a:off x="1320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Text 266">
              <a:extLst>
                <a:ext uri="{FF2B5EF4-FFF2-40B4-BE49-F238E27FC236}">
                  <a16:creationId xmlns:a16="http://schemas.microsoft.com/office/drawing/2014/main" id="{5D5D04BF-708C-CD7D-3697-A9C67C0F84AF}"/>
                </a:ext>
              </a:extLst>
            </p:cNvPr>
            <p:cNvSpPr txBox="1"/>
            <p:nvPr/>
          </p:nvSpPr>
          <p:spPr>
            <a:xfrm>
              <a:off x="1337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Text 267">
              <a:extLst>
                <a:ext uri="{FF2B5EF4-FFF2-40B4-BE49-F238E27FC236}">
                  <a16:creationId xmlns:a16="http://schemas.microsoft.com/office/drawing/2014/main" id="{A7C9499D-F150-9C15-8C20-E2512FC30D7B}"/>
                </a:ext>
              </a:extLst>
            </p:cNvPr>
            <p:cNvSpPr txBox="1"/>
            <p:nvPr/>
          </p:nvSpPr>
          <p:spPr>
            <a:xfrm>
              <a:off x="1354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0" name="Text 268">
              <a:extLst>
                <a:ext uri="{FF2B5EF4-FFF2-40B4-BE49-F238E27FC236}">
                  <a16:creationId xmlns:a16="http://schemas.microsoft.com/office/drawing/2014/main" id="{3553E2B1-4EE3-969B-B864-C367349CF91C}"/>
                </a:ext>
              </a:extLst>
            </p:cNvPr>
            <p:cNvSpPr txBox="1"/>
            <p:nvPr/>
          </p:nvSpPr>
          <p:spPr>
            <a:xfrm>
              <a:off x="1370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1" name="Text 269">
              <a:extLst>
                <a:ext uri="{FF2B5EF4-FFF2-40B4-BE49-F238E27FC236}">
                  <a16:creationId xmlns:a16="http://schemas.microsoft.com/office/drawing/2014/main" id="{DAD673A5-7A90-2EE4-337B-DA45A60D68DA}"/>
                </a:ext>
              </a:extLst>
            </p:cNvPr>
            <p:cNvSpPr txBox="1"/>
            <p:nvPr/>
          </p:nvSpPr>
          <p:spPr>
            <a:xfrm>
              <a:off x="1387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2" name="Text 270">
              <a:extLst>
                <a:ext uri="{FF2B5EF4-FFF2-40B4-BE49-F238E27FC236}">
                  <a16:creationId xmlns:a16="http://schemas.microsoft.com/office/drawing/2014/main" id="{3BB6560D-71FD-50EA-CAD5-ACB5E6A2C054}"/>
                </a:ext>
              </a:extLst>
            </p:cNvPr>
            <p:cNvSpPr txBox="1"/>
            <p:nvPr/>
          </p:nvSpPr>
          <p:spPr>
            <a:xfrm>
              <a:off x="1404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3" name="Text 271">
              <a:extLst>
                <a:ext uri="{FF2B5EF4-FFF2-40B4-BE49-F238E27FC236}">
                  <a16:creationId xmlns:a16="http://schemas.microsoft.com/office/drawing/2014/main" id="{033BC5BC-EB60-786C-48A4-B319574217E9}"/>
                </a:ext>
              </a:extLst>
            </p:cNvPr>
            <p:cNvSpPr txBox="1"/>
            <p:nvPr/>
          </p:nvSpPr>
          <p:spPr>
            <a:xfrm>
              <a:off x="1420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4" name="Text 272">
              <a:extLst>
                <a:ext uri="{FF2B5EF4-FFF2-40B4-BE49-F238E27FC236}">
                  <a16:creationId xmlns:a16="http://schemas.microsoft.com/office/drawing/2014/main" id="{7FB8B979-A7E0-A7FE-2DC5-2ED3B303D436}"/>
                </a:ext>
              </a:extLst>
            </p:cNvPr>
            <p:cNvSpPr txBox="1"/>
            <p:nvPr/>
          </p:nvSpPr>
          <p:spPr>
            <a:xfrm>
              <a:off x="1437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Text 273">
              <a:extLst>
                <a:ext uri="{FF2B5EF4-FFF2-40B4-BE49-F238E27FC236}">
                  <a16:creationId xmlns:a16="http://schemas.microsoft.com/office/drawing/2014/main" id="{714D61A7-3306-1D51-BE36-7131FD58EAD1}"/>
                </a:ext>
              </a:extLst>
            </p:cNvPr>
            <p:cNvSpPr txBox="1"/>
            <p:nvPr/>
          </p:nvSpPr>
          <p:spPr>
            <a:xfrm>
              <a:off x="1454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6" name="Text 274">
              <a:extLst>
                <a:ext uri="{FF2B5EF4-FFF2-40B4-BE49-F238E27FC236}">
                  <a16:creationId xmlns:a16="http://schemas.microsoft.com/office/drawing/2014/main" id="{2F77F046-16BD-52BF-54BF-606AB1BC522C}"/>
                </a:ext>
              </a:extLst>
            </p:cNvPr>
            <p:cNvSpPr txBox="1"/>
            <p:nvPr/>
          </p:nvSpPr>
          <p:spPr>
            <a:xfrm>
              <a:off x="1471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7" name="Text 275">
              <a:extLst>
                <a:ext uri="{FF2B5EF4-FFF2-40B4-BE49-F238E27FC236}">
                  <a16:creationId xmlns:a16="http://schemas.microsoft.com/office/drawing/2014/main" id="{FEBB1367-7FC6-160B-FA74-9D0CB1193E6F}"/>
                </a:ext>
              </a:extLst>
            </p:cNvPr>
            <p:cNvSpPr txBox="1"/>
            <p:nvPr/>
          </p:nvSpPr>
          <p:spPr>
            <a:xfrm>
              <a:off x="1487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Text 276">
              <a:extLst>
                <a:ext uri="{FF2B5EF4-FFF2-40B4-BE49-F238E27FC236}">
                  <a16:creationId xmlns:a16="http://schemas.microsoft.com/office/drawing/2014/main" id="{673BB675-5466-6375-D7BE-A88DF848888A}"/>
                </a:ext>
              </a:extLst>
            </p:cNvPr>
            <p:cNvSpPr txBox="1"/>
            <p:nvPr/>
          </p:nvSpPr>
          <p:spPr>
            <a:xfrm>
              <a:off x="1504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Text 277">
              <a:extLst>
                <a:ext uri="{FF2B5EF4-FFF2-40B4-BE49-F238E27FC236}">
                  <a16:creationId xmlns:a16="http://schemas.microsoft.com/office/drawing/2014/main" id="{DFB2D927-7547-A68F-6782-A08CE85F62CD}"/>
                </a:ext>
              </a:extLst>
            </p:cNvPr>
            <p:cNvSpPr txBox="1"/>
            <p:nvPr/>
          </p:nvSpPr>
          <p:spPr>
            <a:xfrm>
              <a:off x="1521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Text 278">
              <a:extLst>
                <a:ext uri="{FF2B5EF4-FFF2-40B4-BE49-F238E27FC236}">
                  <a16:creationId xmlns:a16="http://schemas.microsoft.com/office/drawing/2014/main" id="{F3779B45-8ECF-CAA8-9E64-9A471906248C}"/>
                </a:ext>
              </a:extLst>
            </p:cNvPr>
            <p:cNvSpPr txBox="1"/>
            <p:nvPr/>
          </p:nvSpPr>
          <p:spPr>
            <a:xfrm>
              <a:off x="1537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Text 279">
              <a:extLst>
                <a:ext uri="{FF2B5EF4-FFF2-40B4-BE49-F238E27FC236}">
                  <a16:creationId xmlns:a16="http://schemas.microsoft.com/office/drawing/2014/main" id="{F10D0B51-92CE-8AAD-3201-D0E36979A741}"/>
                </a:ext>
              </a:extLst>
            </p:cNvPr>
            <p:cNvSpPr txBox="1"/>
            <p:nvPr/>
          </p:nvSpPr>
          <p:spPr>
            <a:xfrm>
              <a:off x="1554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Text 280">
              <a:extLst>
                <a:ext uri="{FF2B5EF4-FFF2-40B4-BE49-F238E27FC236}">
                  <a16:creationId xmlns:a16="http://schemas.microsoft.com/office/drawing/2014/main" id="{4A0120EE-25A4-2B5C-5631-18FD3E0C25D4}"/>
                </a:ext>
              </a:extLst>
            </p:cNvPr>
            <p:cNvSpPr txBox="1"/>
            <p:nvPr/>
          </p:nvSpPr>
          <p:spPr>
            <a:xfrm>
              <a:off x="1571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Text 281">
              <a:extLst>
                <a:ext uri="{FF2B5EF4-FFF2-40B4-BE49-F238E27FC236}">
                  <a16:creationId xmlns:a16="http://schemas.microsoft.com/office/drawing/2014/main" id="{1359377B-B4D1-67E9-36C4-3FBB24FF29A6}"/>
                </a:ext>
              </a:extLst>
            </p:cNvPr>
            <p:cNvSpPr txBox="1"/>
            <p:nvPr/>
          </p:nvSpPr>
          <p:spPr>
            <a:xfrm>
              <a:off x="1588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Text 282">
              <a:extLst>
                <a:ext uri="{FF2B5EF4-FFF2-40B4-BE49-F238E27FC236}">
                  <a16:creationId xmlns:a16="http://schemas.microsoft.com/office/drawing/2014/main" id="{B6D7467D-8360-F38A-AF8F-A9B9F81D2A83}"/>
                </a:ext>
              </a:extLst>
            </p:cNvPr>
            <p:cNvSpPr txBox="1"/>
            <p:nvPr/>
          </p:nvSpPr>
          <p:spPr>
            <a:xfrm>
              <a:off x="1604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5" name="Text 283">
              <a:extLst>
                <a:ext uri="{FF2B5EF4-FFF2-40B4-BE49-F238E27FC236}">
                  <a16:creationId xmlns:a16="http://schemas.microsoft.com/office/drawing/2014/main" id="{F4F19885-6D55-CF6D-376D-19345ABAA0BE}"/>
                </a:ext>
              </a:extLst>
            </p:cNvPr>
            <p:cNvSpPr txBox="1"/>
            <p:nvPr/>
          </p:nvSpPr>
          <p:spPr>
            <a:xfrm>
              <a:off x="1621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6" name="Text 284">
              <a:extLst>
                <a:ext uri="{FF2B5EF4-FFF2-40B4-BE49-F238E27FC236}">
                  <a16:creationId xmlns:a16="http://schemas.microsoft.com/office/drawing/2014/main" id="{9931DCA9-BD8E-1616-1D59-AFCA4719EF80}"/>
                </a:ext>
              </a:extLst>
            </p:cNvPr>
            <p:cNvSpPr txBox="1"/>
            <p:nvPr/>
          </p:nvSpPr>
          <p:spPr>
            <a:xfrm>
              <a:off x="1638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7" name="Text 285">
              <a:extLst>
                <a:ext uri="{FF2B5EF4-FFF2-40B4-BE49-F238E27FC236}">
                  <a16:creationId xmlns:a16="http://schemas.microsoft.com/office/drawing/2014/main" id="{DFF598DC-3082-C8DF-171C-186924BB5096}"/>
                </a:ext>
              </a:extLst>
            </p:cNvPr>
            <p:cNvSpPr txBox="1"/>
            <p:nvPr/>
          </p:nvSpPr>
          <p:spPr>
            <a:xfrm>
              <a:off x="1654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Text 286">
              <a:extLst>
                <a:ext uri="{FF2B5EF4-FFF2-40B4-BE49-F238E27FC236}">
                  <a16:creationId xmlns:a16="http://schemas.microsoft.com/office/drawing/2014/main" id="{F29DB7DE-1A85-DC52-02DD-A83766CE0983}"/>
                </a:ext>
              </a:extLst>
            </p:cNvPr>
            <p:cNvSpPr txBox="1"/>
            <p:nvPr/>
          </p:nvSpPr>
          <p:spPr>
            <a:xfrm>
              <a:off x="1671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9" name="Text 287">
              <a:extLst>
                <a:ext uri="{FF2B5EF4-FFF2-40B4-BE49-F238E27FC236}">
                  <a16:creationId xmlns:a16="http://schemas.microsoft.com/office/drawing/2014/main" id="{67C0212A-EAD9-1D44-7214-A70283A17E84}"/>
                </a:ext>
              </a:extLst>
            </p:cNvPr>
            <p:cNvSpPr txBox="1"/>
            <p:nvPr/>
          </p:nvSpPr>
          <p:spPr>
            <a:xfrm>
              <a:off x="1688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0" name="Text 288">
              <a:extLst>
                <a:ext uri="{FF2B5EF4-FFF2-40B4-BE49-F238E27FC236}">
                  <a16:creationId xmlns:a16="http://schemas.microsoft.com/office/drawing/2014/main" id="{354D94CA-6681-0138-3084-62CE1F2CDB8B}"/>
                </a:ext>
              </a:extLst>
            </p:cNvPr>
            <p:cNvSpPr txBox="1"/>
            <p:nvPr/>
          </p:nvSpPr>
          <p:spPr>
            <a:xfrm>
              <a:off x="1705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1" name="Text 289">
              <a:extLst>
                <a:ext uri="{FF2B5EF4-FFF2-40B4-BE49-F238E27FC236}">
                  <a16:creationId xmlns:a16="http://schemas.microsoft.com/office/drawing/2014/main" id="{0F28D5CC-D489-37C6-897E-7198E6A48A3D}"/>
                </a:ext>
              </a:extLst>
            </p:cNvPr>
            <p:cNvSpPr txBox="1"/>
            <p:nvPr/>
          </p:nvSpPr>
          <p:spPr>
            <a:xfrm>
              <a:off x="1721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2" name="Text 290">
              <a:extLst>
                <a:ext uri="{FF2B5EF4-FFF2-40B4-BE49-F238E27FC236}">
                  <a16:creationId xmlns:a16="http://schemas.microsoft.com/office/drawing/2014/main" id="{3F5C4F02-E7EC-F6FC-86D6-28595879EB46}"/>
                </a:ext>
              </a:extLst>
            </p:cNvPr>
            <p:cNvSpPr txBox="1"/>
            <p:nvPr/>
          </p:nvSpPr>
          <p:spPr>
            <a:xfrm>
              <a:off x="1738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3" name="Text 291">
              <a:extLst>
                <a:ext uri="{FF2B5EF4-FFF2-40B4-BE49-F238E27FC236}">
                  <a16:creationId xmlns:a16="http://schemas.microsoft.com/office/drawing/2014/main" id="{488EC27E-A09B-245A-2C9D-99CD480ABF4F}"/>
                </a:ext>
              </a:extLst>
            </p:cNvPr>
            <p:cNvSpPr txBox="1"/>
            <p:nvPr/>
          </p:nvSpPr>
          <p:spPr>
            <a:xfrm>
              <a:off x="1755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4" name="Text 292">
              <a:extLst>
                <a:ext uri="{FF2B5EF4-FFF2-40B4-BE49-F238E27FC236}">
                  <a16:creationId xmlns:a16="http://schemas.microsoft.com/office/drawing/2014/main" id="{5564B247-1050-9BA2-DB31-DFD30E7753BE}"/>
                </a:ext>
              </a:extLst>
            </p:cNvPr>
            <p:cNvSpPr txBox="1"/>
            <p:nvPr/>
          </p:nvSpPr>
          <p:spPr>
            <a:xfrm>
              <a:off x="1772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5" name="Text 293">
              <a:extLst>
                <a:ext uri="{FF2B5EF4-FFF2-40B4-BE49-F238E27FC236}">
                  <a16:creationId xmlns:a16="http://schemas.microsoft.com/office/drawing/2014/main" id="{BE32E0AD-6318-937E-F68D-C9D7ED998F34}"/>
                </a:ext>
              </a:extLst>
            </p:cNvPr>
            <p:cNvSpPr txBox="1"/>
            <p:nvPr/>
          </p:nvSpPr>
          <p:spPr>
            <a:xfrm>
              <a:off x="1788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6" name="Text 294">
              <a:extLst>
                <a:ext uri="{FF2B5EF4-FFF2-40B4-BE49-F238E27FC236}">
                  <a16:creationId xmlns:a16="http://schemas.microsoft.com/office/drawing/2014/main" id="{018806DA-277A-FFC8-ED49-CCFDB77B0212}"/>
                </a:ext>
              </a:extLst>
            </p:cNvPr>
            <p:cNvSpPr txBox="1"/>
            <p:nvPr/>
          </p:nvSpPr>
          <p:spPr>
            <a:xfrm>
              <a:off x="1805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7" name="Text 295">
              <a:extLst>
                <a:ext uri="{FF2B5EF4-FFF2-40B4-BE49-F238E27FC236}">
                  <a16:creationId xmlns:a16="http://schemas.microsoft.com/office/drawing/2014/main" id="{E50534E8-F4CA-105B-D1A5-CB813C952C10}"/>
                </a:ext>
              </a:extLst>
            </p:cNvPr>
            <p:cNvSpPr txBox="1"/>
            <p:nvPr/>
          </p:nvSpPr>
          <p:spPr>
            <a:xfrm>
              <a:off x="1822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8" name="Text 296">
              <a:extLst>
                <a:ext uri="{FF2B5EF4-FFF2-40B4-BE49-F238E27FC236}">
                  <a16:creationId xmlns:a16="http://schemas.microsoft.com/office/drawing/2014/main" id="{C937350C-A872-038B-CAE2-7193E7D80E36}"/>
                </a:ext>
              </a:extLst>
            </p:cNvPr>
            <p:cNvSpPr txBox="1"/>
            <p:nvPr/>
          </p:nvSpPr>
          <p:spPr>
            <a:xfrm>
              <a:off x="1838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9" name="Text 297">
              <a:extLst>
                <a:ext uri="{FF2B5EF4-FFF2-40B4-BE49-F238E27FC236}">
                  <a16:creationId xmlns:a16="http://schemas.microsoft.com/office/drawing/2014/main" id="{B5C30166-9234-9430-25AB-7C0800FA8CF7}"/>
                </a:ext>
              </a:extLst>
            </p:cNvPr>
            <p:cNvSpPr txBox="1"/>
            <p:nvPr/>
          </p:nvSpPr>
          <p:spPr>
            <a:xfrm>
              <a:off x="1855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Text 298">
              <a:extLst>
                <a:ext uri="{FF2B5EF4-FFF2-40B4-BE49-F238E27FC236}">
                  <a16:creationId xmlns:a16="http://schemas.microsoft.com/office/drawing/2014/main" id="{A5E4873B-C014-D716-FB19-3DB8514C1469}"/>
                </a:ext>
              </a:extLst>
            </p:cNvPr>
            <p:cNvSpPr txBox="1"/>
            <p:nvPr/>
          </p:nvSpPr>
          <p:spPr>
            <a:xfrm>
              <a:off x="1872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1" name="Text 299">
              <a:extLst>
                <a:ext uri="{FF2B5EF4-FFF2-40B4-BE49-F238E27FC236}">
                  <a16:creationId xmlns:a16="http://schemas.microsoft.com/office/drawing/2014/main" id="{4134F01B-5647-9026-6E86-D063185FF90A}"/>
                </a:ext>
              </a:extLst>
            </p:cNvPr>
            <p:cNvSpPr txBox="1"/>
            <p:nvPr/>
          </p:nvSpPr>
          <p:spPr>
            <a:xfrm>
              <a:off x="1889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2" name="Text 300">
              <a:extLst>
                <a:ext uri="{FF2B5EF4-FFF2-40B4-BE49-F238E27FC236}">
                  <a16:creationId xmlns:a16="http://schemas.microsoft.com/office/drawing/2014/main" id="{F86E4C62-CEEE-DC4C-A451-35FFC04F7013}"/>
                </a:ext>
              </a:extLst>
            </p:cNvPr>
            <p:cNvSpPr txBox="1"/>
            <p:nvPr/>
          </p:nvSpPr>
          <p:spPr>
            <a:xfrm>
              <a:off x="19057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Text 301">
              <a:extLst>
                <a:ext uri="{FF2B5EF4-FFF2-40B4-BE49-F238E27FC236}">
                  <a16:creationId xmlns:a16="http://schemas.microsoft.com/office/drawing/2014/main" id="{B6261449-8834-8F7A-2AF8-A6B75CD95701}"/>
                </a:ext>
              </a:extLst>
            </p:cNvPr>
            <p:cNvSpPr txBox="1"/>
            <p:nvPr/>
          </p:nvSpPr>
          <p:spPr>
            <a:xfrm>
              <a:off x="19225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4" name="Text 302">
              <a:extLst>
                <a:ext uri="{FF2B5EF4-FFF2-40B4-BE49-F238E27FC236}">
                  <a16:creationId xmlns:a16="http://schemas.microsoft.com/office/drawing/2014/main" id="{96578C05-E21C-03D6-7001-BA1C32DB231C}"/>
                </a:ext>
              </a:extLst>
            </p:cNvPr>
            <p:cNvSpPr txBox="1"/>
            <p:nvPr/>
          </p:nvSpPr>
          <p:spPr>
            <a:xfrm>
              <a:off x="19392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Text 303">
              <a:extLst>
                <a:ext uri="{FF2B5EF4-FFF2-40B4-BE49-F238E27FC236}">
                  <a16:creationId xmlns:a16="http://schemas.microsoft.com/office/drawing/2014/main" id="{C0CEAA78-2193-8DD2-3E63-D80A4C94D6DB}"/>
                </a:ext>
              </a:extLst>
            </p:cNvPr>
            <p:cNvSpPr txBox="1"/>
            <p:nvPr/>
          </p:nvSpPr>
          <p:spPr>
            <a:xfrm>
              <a:off x="19559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6" name="Text 304">
              <a:extLst>
                <a:ext uri="{FF2B5EF4-FFF2-40B4-BE49-F238E27FC236}">
                  <a16:creationId xmlns:a16="http://schemas.microsoft.com/office/drawing/2014/main" id="{E1C38E24-9F59-4F30-C1CD-2C77345C6903}"/>
                </a:ext>
              </a:extLst>
            </p:cNvPr>
            <p:cNvSpPr txBox="1"/>
            <p:nvPr/>
          </p:nvSpPr>
          <p:spPr>
            <a:xfrm>
              <a:off x="19726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7" name="Text 305">
              <a:extLst>
                <a:ext uri="{FF2B5EF4-FFF2-40B4-BE49-F238E27FC236}">
                  <a16:creationId xmlns:a16="http://schemas.microsoft.com/office/drawing/2014/main" id="{EDE1AFE5-F611-89FC-1BA4-138AB10CF1E7}"/>
                </a:ext>
              </a:extLst>
            </p:cNvPr>
            <p:cNvSpPr txBox="1"/>
            <p:nvPr/>
          </p:nvSpPr>
          <p:spPr>
            <a:xfrm>
              <a:off x="19893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Text 306">
              <a:extLst>
                <a:ext uri="{FF2B5EF4-FFF2-40B4-BE49-F238E27FC236}">
                  <a16:creationId xmlns:a16="http://schemas.microsoft.com/office/drawing/2014/main" id="{0C7BF007-0430-058A-8679-FCBDFA3A93FE}"/>
                </a:ext>
              </a:extLst>
            </p:cNvPr>
            <p:cNvSpPr txBox="1"/>
            <p:nvPr/>
          </p:nvSpPr>
          <p:spPr>
            <a:xfrm>
              <a:off x="20061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9" name="Text 307">
              <a:extLst>
                <a:ext uri="{FF2B5EF4-FFF2-40B4-BE49-F238E27FC236}">
                  <a16:creationId xmlns:a16="http://schemas.microsoft.com/office/drawing/2014/main" id="{D6CC2C6F-36B5-8DD9-A939-25AB76E1CCE5}"/>
                </a:ext>
              </a:extLst>
            </p:cNvPr>
            <p:cNvSpPr txBox="1"/>
            <p:nvPr/>
          </p:nvSpPr>
          <p:spPr>
            <a:xfrm>
              <a:off x="20228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Text 308">
              <a:extLst>
                <a:ext uri="{FF2B5EF4-FFF2-40B4-BE49-F238E27FC236}">
                  <a16:creationId xmlns:a16="http://schemas.microsoft.com/office/drawing/2014/main" id="{29EF0E12-4227-F688-8A3F-D566F68CD893}"/>
                </a:ext>
              </a:extLst>
            </p:cNvPr>
            <p:cNvSpPr txBox="1"/>
            <p:nvPr/>
          </p:nvSpPr>
          <p:spPr>
            <a:xfrm>
              <a:off x="20395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Text 309">
              <a:extLst>
                <a:ext uri="{FF2B5EF4-FFF2-40B4-BE49-F238E27FC236}">
                  <a16:creationId xmlns:a16="http://schemas.microsoft.com/office/drawing/2014/main" id="{21F8AE9D-927D-6E72-9E4E-D33BEAA48562}"/>
                </a:ext>
              </a:extLst>
            </p:cNvPr>
            <p:cNvSpPr txBox="1"/>
            <p:nvPr/>
          </p:nvSpPr>
          <p:spPr>
            <a:xfrm>
              <a:off x="20562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2" name="Text 310">
              <a:extLst>
                <a:ext uri="{FF2B5EF4-FFF2-40B4-BE49-F238E27FC236}">
                  <a16:creationId xmlns:a16="http://schemas.microsoft.com/office/drawing/2014/main" id="{2F66F97D-B4CC-E6ED-7049-6702A7A11613}"/>
                </a:ext>
              </a:extLst>
            </p:cNvPr>
            <p:cNvSpPr txBox="1"/>
            <p:nvPr/>
          </p:nvSpPr>
          <p:spPr>
            <a:xfrm>
              <a:off x="20729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3" name="Text 311">
              <a:extLst>
                <a:ext uri="{FF2B5EF4-FFF2-40B4-BE49-F238E27FC236}">
                  <a16:creationId xmlns:a16="http://schemas.microsoft.com/office/drawing/2014/main" id="{AF6BB729-5D0D-4146-24C5-8144B80CAFEA}"/>
                </a:ext>
              </a:extLst>
            </p:cNvPr>
            <p:cNvSpPr txBox="1"/>
            <p:nvPr/>
          </p:nvSpPr>
          <p:spPr>
            <a:xfrm>
              <a:off x="20897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Text 312">
              <a:extLst>
                <a:ext uri="{FF2B5EF4-FFF2-40B4-BE49-F238E27FC236}">
                  <a16:creationId xmlns:a16="http://schemas.microsoft.com/office/drawing/2014/main" id="{D12F5A0F-2E31-1480-FE26-3503616EE4B2}"/>
                </a:ext>
              </a:extLst>
            </p:cNvPr>
            <p:cNvSpPr txBox="1"/>
            <p:nvPr/>
          </p:nvSpPr>
          <p:spPr>
            <a:xfrm>
              <a:off x="21064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5" name="Text 313">
              <a:extLst>
                <a:ext uri="{FF2B5EF4-FFF2-40B4-BE49-F238E27FC236}">
                  <a16:creationId xmlns:a16="http://schemas.microsoft.com/office/drawing/2014/main" id="{CD66DB4D-BE19-B9B6-D087-BBE0B3F9B3C6}"/>
                </a:ext>
              </a:extLst>
            </p:cNvPr>
            <p:cNvSpPr txBox="1"/>
            <p:nvPr/>
          </p:nvSpPr>
          <p:spPr>
            <a:xfrm>
              <a:off x="21231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6" name="Text 314">
              <a:extLst>
                <a:ext uri="{FF2B5EF4-FFF2-40B4-BE49-F238E27FC236}">
                  <a16:creationId xmlns:a16="http://schemas.microsoft.com/office/drawing/2014/main" id="{5BF04EFF-E3AB-115A-14A3-7BB874612B4B}"/>
                </a:ext>
              </a:extLst>
            </p:cNvPr>
            <p:cNvSpPr txBox="1"/>
            <p:nvPr/>
          </p:nvSpPr>
          <p:spPr>
            <a:xfrm>
              <a:off x="21398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Text 315">
              <a:extLst>
                <a:ext uri="{FF2B5EF4-FFF2-40B4-BE49-F238E27FC236}">
                  <a16:creationId xmlns:a16="http://schemas.microsoft.com/office/drawing/2014/main" id="{3A4530D7-4415-CF14-7795-8FEA2B3812EF}"/>
                </a:ext>
              </a:extLst>
            </p:cNvPr>
            <p:cNvSpPr txBox="1"/>
            <p:nvPr/>
          </p:nvSpPr>
          <p:spPr>
            <a:xfrm>
              <a:off x="21565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16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Text 316">
              <a:extLst>
                <a:ext uri="{FF2B5EF4-FFF2-40B4-BE49-F238E27FC236}">
                  <a16:creationId xmlns:a16="http://schemas.microsoft.com/office/drawing/2014/main" id="{E232DF10-E3D4-0EB4-660C-73F46F9309EF}"/>
                </a:ext>
              </a:extLst>
            </p:cNvPr>
            <p:cNvSpPr txBox="1"/>
            <p:nvPr/>
          </p:nvSpPr>
          <p:spPr>
            <a:xfrm>
              <a:off x="21733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17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9" name="Text 317">
              <a:extLst>
                <a:ext uri="{FF2B5EF4-FFF2-40B4-BE49-F238E27FC236}">
                  <a16:creationId xmlns:a16="http://schemas.microsoft.com/office/drawing/2014/main" id="{53702F44-C742-9D0C-7228-B2A4FF889E3B}"/>
                </a:ext>
              </a:extLst>
            </p:cNvPr>
            <p:cNvSpPr txBox="1"/>
            <p:nvPr/>
          </p:nvSpPr>
          <p:spPr>
            <a:xfrm>
              <a:off x="21900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18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Text 318">
              <a:extLst>
                <a:ext uri="{FF2B5EF4-FFF2-40B4-BE49-F238E27FC236}">
                  <a16:creationId xmlns:a16="http://schemas.microsoft.com/office/drawing/2014/main" id="{E5982C6E-8476-BD0C-7E2D-72A1D00A7F20}"/>
                </a:ext>
              </a:extLst>
            </p:cNvPr>
            <p:cNvSpPr txBox="1"/>
            <p:nvPr/>
          </p:nvSpPr>
          <p:spPr>
            <a:xfrm>
              <a:off x="22067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19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1" name="Text 319">
              <a:extLst>
                <a:ext uri="{FF2B5EF4-FFF2-40B4-BE49-F238E27FC236}">
                  <a16:creationId xmlns:a16="http://schemas.microsoft.com/office/drawing/2014/main" id="{535414CE-19EB-96BF-A8FC-0127D7A5D33D}"/>
                </a:ext>
              </a:extLst>
            </p:cNvPr>
            <p:cNvSpPr txBox="1"/>
            <p:nvPr/>
          </p:nvSpPr>
          <p:spPr>
            <a:xfrm>
              <a:off x="22234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20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Text 320">
              <a:extLst>
                <a:ext uri="{FF2B5EF4-FFF2-40B4-BE49-F238E27FC236}">
                  <a16:creationId xmlns:a16="http://schemas.microsoft.com/office/drawing/2014/main" id="{0728AA34-0195-4A95-5656-923EA41A3079}"/>
                </a:ext>
              </a:extLst>
            </p:cNvPr>
            <p:cNvSpPr txBox="1"/>
            <p:nvPr/>
          </p:nvSpPr>
          <p:spPr>
            <a:xfrm>
              <a:off x="224018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21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Text 321">
              <a:extLst>
                <a:ext uri="{FF2B5EF4-FFF2-40B4-BE49-F238E27FC236}">
                  <a16:creationId xmlns:a16="http://schemas.microsoft.com/office/drawing/2014/main" id="{101ADC79-4613-C8D3-0BFF-DB0B4BD52669}"/>
                </a:ext>
              </a:extLst>
            </p:cNvPr>
            <p:cNvSpPr txBox="1"/>
            <p:nvPr/>
          </p:nvSpPr>
          <p:spPr>
            <a:xfrm>
              <a:off x="225690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22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4" name="Text 322">
              <a:extLst>
                <a:ext uri="{FF2B5EF4-FFF2-40B4-BE49-F238E27FC236}">
                  <a16:creationId xmlns:a16="http://schemas.microsoft.com/office/drawing/2014/main" id="{570C8557-8A0B-0CE6-70BD-2796D62E5F48}"/>
                </a:ext>
              </a:extLst>
            </p:cNvPr>
            <p:cNvSpPr txBox="1"/>
            <p:nvPr/>
          </p:nvSpPr>
          <p:spPr>
            <a:xfrm>
              <a:off x="227362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23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5" name="Text 323">
              <a:extLst>
                <a:ext uri="{FF2B5EF4-FFF2-40B4-BE49-F238E27FC236}">
                  <a16:creationId xmlns:a16="http://schemas.microsoft.com/office/drawing/2014/main" id="{D870DB49-E8CB-9736-F510-8214139A6142}"/>
                </a:ext>
              </a:extLst>
            </p:cNvPr>
            <p:cNvSpPr txBox="1"/>
            <p:nvPr/>
          </p:nvSpPr>
          <p:spPr>
            <a:xfrm>
              <a:off x="229034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24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Text 324">
              <a:extLst>
                <a:ext uri="{FF2B5EF4-FFF2-40B4-BE49-F238E27FC236}">
                  <a16:creationId xmlns:a16="http://schemas.microsoft.com/office/drawing/2014/main" id="{D3FF04B4-6741-9E70-FBD4-BB8E2BFF1120}"/>
                </a:ext>
              </a:extLst>
            </p:cNvPr>
            <p:cNvSpPr txBox="1"/>
            <p:nvPr/>
          </p:nvSpPr>
          <p:spPr>
            <a:xfrm>
              <a:off x="23070600" y="1483400"/>
              <a:ext cx="167200" cy="152000"/>
            </a:xfrm>
            <a:prstGeom prst="rect">
              <a:avLst/>
            </a:prstGeom>
            <a:noFill/>
          </p:spPr>
          <p:txBody>
            <a:bodyPr wrap="square" lIns="0" r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sz="195" b="1" kern="1200">
                  <a:solidFill>
                    <a:srgbClr val="000000"/>
                  </a:solidFill>
                  <a:latin typeface="Arial"/>
                  <a:ea typeface="+mn-ea"/>
                  <a:cs typeface="+mn-cs"/>
                </a:rPr>
                <a:t>25</a:t>
              </a:r>
              <a:endParaRPr sz="608" b="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7" name="lines">
              <a:extLst>
                <a:ext uri="{FF2B5EF4-FFF2-40B4-BE49-F238E27FC236}">
                  <a16:creationId xmlns:a16="http://schemas.microsoft.com/office/drawing/2014/main" id="{DF381916-13F9-41C4-4E54-DC57C8FE8249}"/>
                </a:ext>
              </a:extLst>
            </p:cNvPr>
            <p:cNvSpPr/>
            <p:nvPr/>
          </p:nvSpPr>
          <p:spPr>
            <a:xfrm>
              <a:off x="-3681400" y="1749400"/>
              <a:ext cx="4681600" cy="38000"/>
            </a:xfrm>
            <a:custGeom>
              <a:avLst/>
              <a:gdLst/>
              <a:ahLst/>
              <a:cxnLst/>
              <a:rect l="0" t="0" r="0" b="0"/>
              <a:pathLst>
                <a:path w="4681600" h="38000">
                  <a:moveTo>
                    <a:pt x="0" y="0"/>
                  </a:moveTo>
                  <a:lnTo>
                    <a:pt x="4681600" y="0"/>
                  </a:lnTo>
                  <a:lnTo>
                    <a:pt x="4681600" y="83600"/>
                  </a:lnTo>
                  <a:lnTo>
                    <a:pt x="4636000" y="38000"/>
                  </a:lnTo>
                  <a:lnTo>
                    <a:pt x="45600" y="38000"/>
                  </a:lnTo>
                  <a:lnTo>
                    <a:pt x="0" y="83600"/>
                  </a:lnTo>
                  <a:close/>
                </a:path>
              </a:pathLst>
            </a:custGeom>
            <a:solidFill>
              <a:srgbClr val="FDFF85"/>
            </a:solidFill>
            <a:ln w="5700" cap="flat">
              <a:solidFill>
                <a:srgbClr val="AAE3DD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8" name="shape326">
              <a:extLst>
                <a:ext uri="{FF2B5EF4-FFF2-40B4-BE49-F238E27FC236}">
                  <a16:creationId xmlns:a16="http://schemas.microsoft.com/office/drawing/2014/main" id="{FE44394A-B648-5C1F-BE60-18989CE845FA}"/>
                </a:ext>
              </a:extLst>
            </p:cNvPr>
            <p:cNvSpPr/>
            <p:nvPr/>
          </p:nvSpPr>
          <p:spPr>
            <a:xfrm>
              <a:off x="-3681400" y="2053400"/>
              <a:ext cx="2340800" cy="76000"/>
            </a:xfrm>
            <a:custGeom>
              <a:avLst/>
              <a:gdLst/>
              <a:ahLst/>
              <a:cxnLst/>
              <a:rect l="0" t="0" r="0" b="0"/>
              <a:pathLst>
                <a:path w="2340800" h="76000">
                  <a:moveTo>
                    <a:pt x="38000" y="0"/>
                  </a:moveTo>
                  <a:lnTo>
                    <a:pt x="2302800" y="0"/>
                  </a:lnTo>
                  <a:lnTo>
                    <a:pt x="2302800" y="0"/>
                  </a:lnTo>
                  <a:cubicBezTo>
                    <a:pt x="2323787" y="0"/>
                    <a:pt x="2340800" y="17013"/>
                    <a:pt x="2340800" y="38000"/>
                  </a:cubicBezTo>
                  <a:cubicBezTo>
                    <a:pt x="2340800" y="58987"/>
                    <a:pt x="2323787" y="76000"/>
                    <a:pt x="23028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69" name="shape327">
              <a:extLst>
                <a:ext uri="{FF2B5EF4-FFF2-40B4-BE49-F238E27FC236}">
                  <a16:creationId xmlns:a16="http://schemas.microsoft.com/office/drawing/2014/main" id="{985FF732-7623-D8A8-AC39-8DD59185F7AF}"/>
                </a:ext>
              </a:extLst>
            </p:cNvPr>
            <p:cNvSpPr/>
            <p:nvPr/>
          </p:nvSpPr>
          <p:spPr>
            <a:xfrm>
              <a:off x="-1340600" y="2357400"/>
              <a:ext cx="2340800" cy="76000"/>
            </a:xfrm>
            <a:custGeom>
              <a:avLst/>
              <a:gdLst/>
              <a:ahLst/>
              <a:cxnLst/>
              <a:rect l="0" t="0" r="0" b="0"/>
              <a:pathLst>
                <a:path w="2340800" h="76000">
                  <a:moveTo>
                    <a:pt x="38000" y="0"/>
                  </a:moveTo>
                  <a:lnTo>
                    <a:pt x="2302800" y="0"/>
                  </a:lnTo>
                  <a:lnTo>
                    <a:pt x="2302800" y="0"/>
                  </a:lnTo>
                  <a:cubicBezTo>
                    <a:pt x="2323787" y="0"/>
                    <a:pt x="2340800" y="17013"/>
                    <a:pt x="2340800" y="38000"/>
                  </a:cubicBezTo>
                  <a:cubicBezTo>
                    <a:pt x="2340800" y="58987"/>
                    <a:pt x="2323787" y="76000"/>
                    <a:pt x="23028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0" name="shape328">
              <a:extLst>
                <a:ext uri="{FF2B5EF4-FFF2-40B4-BE49-F238E27FC236}">
                  <a16:creationId xmlns:a16="http://schemas.microsoft.com/office/drawing/2014/main" id="{80E62B99-D8CC-7741-FC54-FBE36716FBC3}"/>
                </a:ext>
              </a:extLst>
            </p:cNvPr>
            <p:cNvSpPr/>
            <p:nvPr/>
          </p:nvSpPr>
          <p:spPr>
            <a:xfrm>
              <a:off x="-1340600" y="2661400"/>
              <a:ext cx="2340800" cy="76000"/>
            </a:xfrm>
            <a:custGeom>
              <a:avLst/>
              <a:gdLst/>
              <a:ahLst/>
              <a:cxnLst/>
              <a:rect l="0" t="0" r="0" b="0"/>
              <a:pathLst>
                <a:path w="2340800" h="76000">
                  <a:moveTo>
                    <a:pt x="38000" y="0"/>
                  </a:moveTo>
                  <a:lnTo>
                    <a:pt x="2302800" y="0"/>
                  </a:lnTo>
                  <a:lnTo>
                    <a:pt x="2302800" y="0"/>
                  </a:lnTo>
                  <a:cubicBezTo>
                    <a:pt x="2323787" y="0"/>
                    <a:pt x="2340800" y="17013"/>
                    <a:pt x="2340800" y="38000"/>
                  </a:cubicBezTo>
                  <a:cubicBezTo>
                    <a:pt x="2340800" y="58987"/>
                    <a:pt x="2323787" y="76000"/>
                    <a:pt x="23028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shape329">
              <a:extLst>
                <a:ext uri="{FF2B5EF4-FFF2-40B4-BE49-F238E27FC236}">
                  <a16:creationId xmlns:a16="http://schemas.microsoft.com/office/drawing/2014/main" id="{CA4A284F-1850-EE88-5131-3C0B9AB32E68}"/>
                </a:ext>
              </a:extLst>
            </p:cNvPr>
            <p:cNvSpPr/>
            <p:nvPr/>
          </p:nvSpPr>
          <p:spPr>
            <a:xfrm>
              <a:off x="962200" y="2965400"/>
              <a:ext cx="4514400" cy="76000"/>
            </a:xfrm>
            <a:custGeom>
              <a:avLst/>
              <a:gdLst/>
              <a:ahLst/>
              <a:cxnLst/>
              <a:rect l="0" t="0" r="0" b="0"/>
              <a:pathLst>
                <a:path w="4514400" h="76000">
                  <a:moveTo>
                    <a:pt x="38000" y="0"/>
                  </a:moveTo>
                  <a:lnTo>
                    <a:pt x="4476400" y="0"/>
                  </a:lnTo>
                  <a:lnTo>
                    <a:pt x="4476400" y="0"/>
                  </a:lnTo>
                  <a:cubicBezTo>
                    <a:pt x="4497387" y="0"/>
                    <a:pt x="4514400" y="17013"/>
                    <a:pt x="4514400" y="38000"/>
                  </a:cubicBezTo>
                  <a:cubicBezTo>
                    <a:pt x="4514400" y="58987"/>
                    <a:pt x="4497387" y="76000"/>
                    <a:pt x="44764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solidFill>
              <a:srgbClr val="E737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2" name="lines">
              <a:extLst>
                <a:ext uri="{FF2B5EF4-FFF2-40B4-BE49-F238E27FC236}">
                  <a16:creationId xmlns:a16="http://schemas.microsoft.com/office/drawing/2014/main" id="{5C676B74-6F80-9972-8433-237A78A06B7D}"/>
                </a:ext>
              </a:extLst>
            </p:cNvPr>
            <p:cNvSpPr/>
            <p:nvPr/>
          </p:nvSpPr>
          <p:spPr>
            <a:xfrm>
              <a:off x="5514600" y="3269400"/>
              <a:ext cx="4681600" cy="38000"/>
            </a:xfrm>
            <a:custGeom>
              <a:avLst/>
              <a:gdLst/>
              <a:ahLst/>
              <a:cxnLst/>
              <a:rect l="0" t="0" r="0" b="0"/>
              <a:pathLst>
                <a:path w="4681600" h="38000">
                  <a:moveTo>
                    <a:pt x="0" y="0"/>
                  </a:moveTo>
                  <a:lnTo>
                    <a:pt x="4681600" y="0"/>
                  </a:lnTo>
                  <a:lnTo>
                    <a:pt x="4681600" y="83600"/>
                  </a:lnTo>
                  <a:lnTo>
                    <a:pt x="4636000" y="38000"/>
                  </a:lnTo>
                  <a:lnTo>
                    <a:pt x="45600" y="38000"/>
                  </a:lnTo>
                  <a:lnTo>
                    <a:pt x="0" y="83600"/>
                  </a:lnTo>
                  <a:close/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  <a:ln w="5700" cap="flat">
              <a:solidFill>
                <a:srgbClr val="AAE3DD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shape331">
              <a:extLst>
                <a:ext uri="{FF2B5EF4-FFF2-40B4-BE49-F238E27FC236}">
                  <a16:creationId xmlns:a16="http://schemas.microsoft.com/office/drawing/2014/main" id="{EB481162-E0C8-DEBA-368A-8AC57C4991F1}"/>
                </a:ext>
              </a:extLst>
            </p:cNvPr>
            <p:cNvSpPr/>
            <p:nvPr/>
          </p:nvSpPr>
          <p:spPr>
            <a:xfrm>
              <a:off x="5514600" y="3573400"/>
              <a:ext cx="4681600" cy="76000"/>
            </a:xfrm>
            <a:custGeom>
              <a:avLst/>
              <a:gdLst/>
              <a:ahLst/>
              <a:cxnLst/>
              <a:rect l="0" t="0" r="0" b="0"/>
              <a:pathLst>
                <a:path w="4681600" h="76000">
                  <a:moveTo>
                    <a:pt x="38000" y="0"/>
                  </a:moveTo>
                  <a:lnTo>
                    <a:pt x="4643600" y="0"/>
                  </a:lnTo>
                  <a:lnTo>
                    <a:pt x="4643600" y="0"/>
                  </a:lnTo>
                  <a:cubicBezTo>
                    <a:pt x="4664587" y="0"/>
                    <a:pt x="4681600" y="17013"/>
                    <a:pt x="4681600" y="38000"/>
                  </a:cubicBezTo>
                  <a:cubicBezTo>
                    <a:pt x="4681600" y="58987"/>
                    <a:pt x="4664587" y="76000"/>
                    <a:pt x="46436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4" name="shape332">
              <a:extLst>
                <a:ext uri="{FF2B5EF4-FFF2-40B4-BE49-F238E27FC236}">
                  <a16:creationId xmlns:a16="http://schemas.microsoft.com/office/drawing/2014/main" id="{4DCC0F97-B38E-17FE-6E1A-D311C4747BE7}"/>
                </a:ext>
              </a:extLst>
            </p:cNvPr>
            <p:cNvSpPr/>
            <p:nvPr/>
          </p:nvSpPr>
          <p:spPr>
            <a:xfrm>
              <a:off x="5514600" y="3877400"/>
              <a:ext cx="4681600" cy="76000"/>
            </a:xfrm>
            <a:custGeom>
              <a:avLst/>
              <a:gdLst/>
              <a:ahLst/>
              <a:cxnLst/>
              <a:rect l="0" t="0" r="0" b="0"/>
              <a:pathLst>
                <a:path w="4681600" h="76000">
                  <a:moveTo>
                    <a:pt x="38000" y="0"/>
                  </a:moveTo>
                  <a:lnTo>
                    <a:pt x="4643600" y="0"/>
                  </a:lnTo>
                  <a:lnTo>
                    <a:pt x="4643600" y="0"/>
                  </a:lnTo>
                  <a:cubicBezTo>
                    <a:pt x="4664587" y="0"/>
                    <a:pt x="4681600" y="17013"/>
                    <a:pt x="4681600" y="38000"/>
                  </a:cubicBezTo>
                  <a:cubicBezTo>
                    <a:pt x="4681600" y="58987"/>
                    <a:pt x="4664587" y="76000"/>
                    <a:pt x="46436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5" name="shape333">
              <a:extLst>
                <a:ext uri="{FF2B5EF4-FFF2-40B4-BE49-F238E27FC236}">
                  <a16:creationId xmlns:a16="http://schemas.microsoft.com/office/drawing/2014/main" id="{18D07BAE-97E3-08B4-3FB9-A4649FFB342E}"/>
                </a:ext>
              </a:extLst>
            </p:cNvPr>
            <p:cNvSpPr/>
            <p:nvPr/>
          </p:nvSpPr>
          <p:spPr>
            <a:xfrm>
              <a:off x="5514600" y="4158600"/>
              <a:ext cx="1337600" cy="76000"/>
            </a:xfrm>
            <a:custGeom>
              <a:avLst/>
              <a:gdLst/>
              <a:ahLst/>
              <a:cxnLst/>
              <a:rect l="0" t="0" r="0" b="0"/>
              <a:pathLst>
                <a:path w="1337600" h="76000">
                  <a:moveTo>
                    <a:pt x="38000" y="0"/>
                  </a:moveTo>
                  <a:lnTo>
                    <a:pt x="1299600" y="0"/>
                  </a:lnTo>
                  <a:lnTo>
                    <a:pt x="1299600" y="0"/>
                  </a:lnTo>
                  <a:cubicBezTo>
                    <a:pt x="1320587" y="0"/>
                    <a:pt x="1337600" y="17013"/>
                    <a:pt x="1337600" y="38000"/>
                  </a:cubicBezTo>
                  <a:cubicBezTo>
                    <a:pt x="1337600" y="58987"/>
                    <a:pt x="1320587" y="76000"/>
                    <a:pt x="12996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6" name="lines">
              <a:extLst>
                <a:ext uri="{FF2B5EF4-FFF2-40B4-BE49-F238E27FC236}">
                  <a16:creationId xmlns:a16="http://schemas.microsoft.com/office/drawing/2014/main" id="{CA57F3F2-B314-BC60-F114-A9471823CAA1}"/>
                </a:ext>
              </a:extLst>
            </p:cNvPr>
            <p:cNvSpPr/>
            <p:nvPr/>
          </p:nvSpPr>
          <p:spPr>
            <a:xfrm>
              <a:off x="10196200" y="4432200"/>
              <a:ext cx="4681600" cy="38000"/>
            </a:xfrm>
            <a:custGeom>
              <a:avLst/>
              <a:gdLst/>
              <a:ahLst/>
              <a:cxnLst/>
              <a:rect l="0" t="0" r="0" b="0"/>
              <a:pathLst>
                <a:path w="4681600" h="38000">
                  <a:moveTo>
                    <a:pt x="0" y="0"/>
                  </a:moveTo>
                  <a:lnTo>
                    <a:pt x="4681600" y="0"/>
                  </a:lnTo>
                  <a:lnTo>
                    <a:pt x="4681600" y="83600"/>
                  </a:lnTo>
                  <a:lnTo>
                    <a:pt x="4636000" y="38000"/>
                  </a:lnTo>
                  <a:lnTo>
                    <a:pt x="45600" y="38000"/>
                  </a:lnTo>
                  <a:lnTo>
                    <a:pt x="0" y="83600"/>
                  </a:lnTo>
                  <a:close/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  <a:ln w="5700" cap="flat">
              <a:solidFill>
                <a:srgbClr val="AAE3DD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7" name="shape335">
              <a:extLst>
                <a:ext uri="{FF2B5EF4-FFF2-40B4-BE49-F238E27FC236}">
                  <a16:creationId xmlns:a16="http://schemas.microsoft.com/office/drawing/2014/main" id="{4CD43FE9-C133-2EEB-0CBF-F61633EBF758}"/>
                </a:ext>
              </a:extLst>
            </p:cNvPr>
            <p:cNvSpPr/>
            <p:nvPr/>
          </p:nvSpPr>
          <p:spPr>
            <a:xfrm>
              <a:off x="10196200" y="4736200"/>
              <a:ext cx="2340800" cy="76000"/>
            </a:xfrm>
            <a:custGeom>
              <a:avLst/>
              <a:gdLst/>
              <a:ahLst/>
              <a:cxnLst/>
              <a:rect l="0" t="0" r="0" b="0"/>
              <a:pathLst>
                <a:path w="2340800" h="76000">
                  <a:moveTo>
                    <a:pt x="38000" y="0"/>
                  </a:moveTo>
                  <a:lnTo>
                    <a:pt x="2302800" y="0"/>
                  </a:lnTo>
                  <a:lnTo>
                    <a:pt x="2302800" y="0"/>
                  </a:lnTo>
                  <a:cubicBezTo>
                    <a:pt x="2323787" y="0"/>
                    <a:pt x="2340800" y="17013"/>
                    <a:pt x="2340800" y="38000"/>
                  </a:cubicBezTo>
                  <a:cubicBezTo>
                    <a:pt x="2340800" y="58987"/>
                    <a:pt x="2323787" y="76000"/>
                    <a:pt x="23028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8" name="shape336">
              <a:extLst>
                <a:ext uri="{FF2B5EF4-FFF2-40B4-BE49-F238E27FC236}">
                  <a16:creationId xmlns:a16="http://schemas.microsoft.com/office/drawing/2014/main" id="{197073C3-2E08-4A83-5820-5914FDC022BD}"/>
                </a:ext>
              </a:extLst>
            </p:cNvPr>
            <p:cNvSpPr/>
            <p:nvPr/>
          </p:nvSpPr>
          <p:spPr>
            <a:xfrm>
              <a:off x="12537000" y="5040200"/>
              <a:ext cx="2340800" cy="76000"/>
            </a:xfrm>
            <a:custGeom>
              <a:avLst/>
              <a:gdLst/>
              <a:ahLst/>
              <a:cxnLst/>
              <a:rect l="0" t="0" r="0" b="0"/>
              <a:pathLst>
                <a:path w="2340800" h="76000">
                  <a:moveTo>
                    <a:pt x="38000" y="0"/>
                  </a:moveTo>
                  <a:lnTo>
                    <a:pt x="2302800" y="0"/>
                  </a:lnTo>
                  <a:lnTo>
                    <a:pt x="2302800" y="0"/>
                  </a:lnTo>
                  <a:cubicBezTo>
                    <a:pt x="2323787" y="0"/>
                    <a:pt x="2340800" y="17013"/>
                    <a:pt x="2340800" y="38000"/>
                  </a:cubicBezTo>
                  <a:cubicBezTo>
                    <a:pt x="2340800" y="58987"/>
                    <a:pt x="2323787" y="76000"/>
                    <a:pt x="23028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79" name="shape337">
              <a:extLst>
                <a:ext uri="{FF2B5EF4-FFF2-40B4-BE49-F238E27FC236}">
                  <a16:creationId xmlns:a16="http://schemas.microsoft.com/office/drawing/2014/main" id="{16402E67-6F52-9164-A4A6-40A996BE876D}"/>
                </a:ext>
              </a:extLst>
            </p:cNvPr>
            <p:cNvSpPr/>
            <p:nvPr/>
          </p:nvSpPr>
          <p:spPr>
            <a:xfrm>
              <a:off x="14877800" y="5344200"/>
              <a:ext cx="4681600" cy="76000"/>
            </a:xfrm>
            <a:custGeom>
              <a:avLst/>
              <a:gdLst/>
              <a:ahLst/>
              <a:cxnLst/>
              <a:rect l="0" t="0" r="0" b="0"/>
              <a:pathLst>
                <a:path w="4681600" h="76000">
                  <a:moveTo>
                    <a:pt x="38000" y="0"/>
                  </a:moveTo>
                  <a:lnTo>
                    <a:pt x="4643600" y="0"/>
                  </a:lnTo>
                  <a:lnTo>
                    <a:pt x="4643600" y="0"/>
                  </a:lnTo>
                  <a:cubicBezTo>
                    <a:pt x="4664587" y="0"/>
                    <a:pt x="4681600" y="17013"/>
                    <a:pt x="4681600" y="38000"/>
                  </a:cubicBezTo>
                  <a:cubicBezTo>
                    <a:pt x="4681600" y="58987"/>
                    <a:pt x="4664587" y="76000"/>
                    <a:pt x="4643600" y="76000"/>
                  </a:cubicBezTo>
                  <a:lnTo>
                    <a:pt x="38000" y="76000"/>
                  </a:lnTo>
                  <a:lnTo>
                    <a:pt x="38000" y="76000"/>
                  </a:lnTo>
                  <a:cubicBezTo>
                    <a:pt x="17013" y="76000"/>
                    <a:pt x="0" y="58987"/>
                    <a:pt x="0" y="38000"/>
                  </a:cubicBezTo>
                  <a:cubicBezTo>
                    <a:pt x="0" y="17013"/>
                    <a:pt x="17013" y="0"/>
                    <a:pt x="38000" y="0"/>
                  </a:cubicBezTo>
                </a:path>
              </a:pathLst>
            </a:custGeom>
            <a:gradFill>
              <a:gsLst>
                <a:gs pos="0">
                  <a:srgbClr val="AAE3DD"/>
                </a:gs>
                <a:gs pos="50000">
                  <a:srgbClr val="AAE3DD"/>
                </a:gs>
                <a:gs pos="100000">
                  <a:srgbClr val="AAE3DD"/>
                </a:gs>
              </a:gsLst>
              <a:lin ang="5400000" scaled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80" name="rect">
              <a:extLst>
                <a:ext uri="{FF2B5EF4-FFF2-40B4-BE49-F238E27FC236}">
                  <a16:creationId xmlns:a16="http://schemas.microsoft.com/office/drawing/2014/main" id="{D0EF2CC9-3478-08CD-3479-FF0740F43313}"/>
                </a:ext>
              </a:extLst>
            </p:cNvPr>
            <p:cNvSpPr/>
            <p:nvPr/>
          </p:nvSpPr>
          <p:spPr>
            <a:xfrm>
              <a:off x="-11038200" y="1635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1" name="Text 339">
              <a:extLst>
                <a:ext uri="{FF2B5EF4-FFF2-40B4-BE49-F238E27FC236}">
                  <a16:creationId xmlns:a16="http://schemas.microsoft.com/office/drawing/2014/main" id="{D903D97A-291B-04BE-F81F-C6230161E513}"/>
                </a:ext>
              </a:extLst>
            </p:cNvPr>
            <p:cNvSpPr txBox="1"/>
            <p:nvPr/>
          </p:nvSpPr>
          <p:spPr>
            <a:xfrm>
              <a:off x="-11023838" y="1635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2" name="Text 340">
              <a:extLst>
                <a:ext uri="{FF2B5EF4-FFF2-40B4-BE49-F238E27FC236}">
                  <a16:creationId xmlns:a16="http://schemas.microsoft.com/office/drawing/2014/main" id="{9FA3EB6A-35D5-F76E-6E19-C25C04652E57}"/>
                </a:ext>
              </a:extLst>
            </p:cNvPr>
            <p:cNvSpPr txBox="1"/>
            <p:nvPr/>
          </p:nvSpPr>
          <p:spPr>
            <a:xfrm>
              <a:off x="-10615652" y="16354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b="1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Research &amp; Learning</a:t>
              </a:r>
              <a:endParaRPr lang="zh-CN" altLang="en-US" sz="684" b="1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3" name="lines">
              <a:extLst>
                <a:ext uri="{FF2B5EF4-FFF2-40B4-BE49-F238E27FC236}">
                  <a16:creationId xmlns:a16="http://schemas.microsoft.com/office/drawing/2014/main" id="{1A79E884-9018-AC17-D872-BFF459F57F5C}"/>
                </a:ext>
              </a:extLst>
            </p:cNvPr>
            <p:cNvSpPr/>
            <p:nvPr/>
          </p:nvSpPr>
          <p:spPr>
            <a:xfrm>
              <a:off x="-10671426" y="1757000"/>
              <a:ext cx="60800" cy="60800"/>
            </a:xfrm>
            <a:custGeom>
              <a:avLst/>
              <a:gdLst/>
              <a:ahLst/>
              <a:cxnLst/>
              <a:rect l="0" t="0" r="0" b="0"/>
              <a:pathLst>
                <a:path w="60800" h="60800">
                  <a:moveTo>
                    <a:pt x="0" y="0"/>
                  </a:moveTo>
                  <a:lnTo>
                    <a:pt x="60800" y="0"/>
                  </a:lnTo>
                  <a:lnTo>
                    <a:pt x="60800" y="60800"/>
                  </a:lnTo>
                  <a:lnTo>
                    <a:pt x="0" y="60800"/>
                  </a:lnTo>
                  <a:close/>
                </a:path>
                <a:path w="60800" h="60800">
                  <a:moveTo>
                    <a:pt x="15200" y="30400"/>
                  </a:moveTo>
                  <a:lnTo>
                    <a:pt x="45600" y="30400"/>
                  </a:lnTo>
                </a:path>
              </a:pathLst>
            </a:custGeom>
            <a:noFill/>
            <a:ln w="7600" cap="flat">
              <a:solidFill>
                <a:srgbClr val="626262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4" name="Text 342">
              <a:extLst>
                <a:ext uri="{FF2B5EF4-FFF2-40B4-BE49-F238E27FC236}">
                  <a16:creationId xmlns:a16="http://schemas.microsoft.com/office/drawing/2014/main" id="{E51D174F-A9E2-1E32-C083-BF9FA04B8D81}"/>
                </a:ext>
              </a:extLst>
            </p:cNvPr>
            <p:cNvSpPr txBox="1"/>
            <p:nvPr/>
          </p:nvSpPr>
          <p:spPr>
            <a:xfrm>
              <a:off x="-9319468" y="1635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11/16/2025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5" name="Text 343">
              <a:extLst>
                <a:ext uri="{FF2B5EF4-FFF2-40B4-BE49-F238E27FC236}">
                  <a16:creationId xmlns:a16="http://schemas.microsoft.com/office/drawing/2014/main" id="{3F6395D2-ABD5-8DC2-7507-3247D8F32F1F}"/>
                </a:ext>
              </a:extLst>
            </p:cNvPr>
            <p:cNvSpPr txBox="1"/>
            <p:nvPr/>
          </p:nvSpPr>
          <p:spPr>
            <a:xfrm>
              <a:off x="-8627868" y="1635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12/13/2025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6" name="Text 344">
              <a:extLst>
                <a:ext uri="{FF2B5EF4-FFF2-40B4-BE49-F238E27FC236}">
                  <a16:creationId xmlns:a16="http://schemas.microsoft.com/office/drawing/2014/main" id="{2DD6122C-5BC9-1B7C-32EB-14FDF410C568}"/>
                </a:ext>
              </a:extLst>
            </p:cNvPr>
            <p:cNvSpPr txBox="1"/>
            <p:nvPr/>
          </p:nvSpPr>
          <p:spPr>
            <a:xfrm>
              <a:off x="-7881092" y="1635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7" name="Text 345">
              <a:extLst>
                <a:ext uri="{FF2B5EF4-FFF2-40B4-BE49-F238E27FC236}">
                  <a16:creationId xmlns:a16="http://schemas.microsoft.com/office/drawing/2014/main" id="{69282A14-CB11-3B92-D5B3-DC536A9D4C2B}"/>
                </a:ext>
              </a:extLst>
            </p:cNvPr>
            <p:cNvSpPr txBox="1"/>
            <p:nvPr/>
          </p:nvSpPr>
          <p:spPr>
            <a:xfrm>
              <a:off x="-7316716" y="1635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88" name="rect">
              <a:extLst>
                <a:ext uri="{FF2B5EF4-FFF2-40B4-BE49-F238E27FC236}">
                  <a16:creationId xmlns:a16="http://schemas.microsoft.com/office/drawing/2014/main" id="{0117053A-2349-DA90-FD6F-A0BDAA48BC9B}"/>
                </a:ext>
              </a:extLst>
            </p:cNvPr>
            <p:cNvSpPr/>
            <p:nvPr/>
          </p:nvSpPr>
          <p:spPr>
            <a:xfrm>
              <a:off x="-11038200" y="1939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9" name="Text 347">
              <a:extLst>
                <a:ext uri="{FF2B5EF4-FFF2-40B4-BE49-F238E27FC236}">
                  <a16:creationId xmlns:a16="http://schemas.microsoft.com/office/drawing/2014/main" id="{251699F6-6601-101D-A511-E46DA78A852A}"/>
                </a:ext>
              </a:extLst>
            </p:cNvPr>
            <p:cNvSpPr txBox="1"/>
            <p:nvPr/>
          </p:nvSpPr>
          <p:spPr>
            <a:xfrm>
              <a:off x="-11023838" y="1939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0" name="Text 348">
              <a:extLst>
                <a:ext uri="{FF2B5EF4-FFF2-40B4-BE49-F238E27FC236}">
                  <a16:creationId xmlns:a16="http://schemas.microsoft.com/office/drawing/2014/main" id="{F13454B6-7DBC-4D13-773C-9CE0A1A121C0}"/>
                </a:ext>
              </a:extLst>
            </p:cNvPr>
            <p:cNvSpPr txBox="1"/>
            <p:nvPr/>
          </p:nvSpPr>
          <p:spPr>
            <a:xfrm>
              <a:off x="-10539652" y="19394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Learn Python 3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1" name="Text 349">
              <a:extLst>
                <a:ext uri="{FF2B5EF4-FFF2-40B4-BE49-F238E27FC236}">
                  <a16:creationId xmlns:a16="http://schemas.microsoft.com/office/drawing/2014/main" id="{1D11012C-61F2-E74B-8DB5-5D0231938E0C}"/>
                </a:ext>
              </a:extLst>
            </p:cNvPr>
            <p:cNvSpPr txBox="1"/>
            <p:nvPr/>
          </p:nvSpPr>
          <p:spPr>
            <a:xfrm>
              <a:off x="-9319468" y="1939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11/16/2025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2" name="Text 350">
              <a:extLst>
                <a:ext uri="{FF2B5EF4-FFF2-40B4-BE49-F238E27FC236}">
                  <a16:creationId xmlns:a16="http://schemas.microsoft.com/office/drawing/2014/main" id="{23900CE6-9E36-18EB-FD38-1DB9BCDE9C15}"/>
                </a:ext>
              </a:extLst>
            </p:cNvPr>
            <p:cNvSpPr txBox="1"/>
            <p:nvPr/>
          </p:nvSpPr>
          <p:spPr>
            <a:xfrm>
              <a:off x="-8627868" y="1939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11/29/2025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3" name="Text 351">
              <a:extLst>
                <a:ext uri="{FF2B5EF4-FFF2-40B4-BE49-F238E27FC236}">
                  <a16:creationId xmlns:a16="http://schemas.microsoft.com/office/drawing/2014/main" id="{A7EB6E3B-984B-3595-74DA-A12AF08C8DEC}"/>
                </a:ext>
              </a:extLst>
            </p:cNvPr>
            <p:cNvSpPr txBox="1"/>
            <p:nvPr/>
          </p:nvSpPr>
          <p:spPr>
            <a:xfrm>
              <a:off x="-7881092" y="1939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14.0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4" name="Text 352">
              <a:extLst>
                <a:ext uri="{FF2B5EF4-FFF2-40B4-BE49-F238E27FC236}">
                  <a16:creationId xmlns:a16="http://schemas.microsoft.com/office/drawing/2014/main" id="{E81267CE-BCD1-9101-FC27-B5DC61558ECE}"/>
                </a:ext>
              </a:extLst>
            </p:cNvPr>
            <p:cNvSpPr txBox="1"/>
            <p:nvPr/>
          </p:nvSpPr>
          <p:spPr>
            <a:xfrm>
              <a:off x="-7316716" y="1939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5" name="rect">
              <a:extLst>
                <a:ext uri="{FF2B5EF4-FFF2-40B4-BE49-F238E27FC236}">
                  <a16:creationId xmlns:a16="http://schemas.microsoft.com/office/drawing/2014/main" id="{3C9C23EB-B3EB-1577-5B6E-0013953FC536}"/>
                </a:ext>
              </a:extLst>
            </p:cNvPr>
            <p:cNvSpPr/>
            <p:nvPr/>
          </p:nvSpPr>
          <p:spPr>
            <a:xfrm>
              <a:off x="-11038200" y="2243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6" name="Text 354">
              <a:extLst>
                <a:ext uri="{FF2B5EF4-FFF2-40B4-BE49-F238E27FC236}">
                  <a16:creationId xmlns:a16="http://schemas.microsoft.com/office/drawing/2014/main" id="{CDA72898-4D07-52FD-BCE5-06B3A538182E}"/>
                </a:ext>
              </a:extLst>
            </p:cNvPr>
            <p:cNvSpPr txBox="1"/>
            <p:nvPr/>
          </p:nvSpPr>
          <p:spPr>
            <a:xfrm>
              <a:off x="-11023838" y="2243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3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7" name="Text 355">
              <a:extLst>
                <a:ext uri="{FF2B5EF4-FFF2-40B4-BE49-F238E27FC236}">
                  <a16:creationId xmlns:a16="http://schemas.microsoft.com/office/drawing/2014/main" id="{329458B5-C3BE-9000-E967-FD7CBB6E278E}"/>
                </a:ext>
              </a:extLst>
            </p:cNvPr>
            <p:cNvSpPr txBox="1"/>
            <p:nvPr/>
          </p:nvSpPr>
          <p:spPr>
            <a:xfrm>
              <a:off x="-10539652" y="22434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Learn Computer Vision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8" name="Text 356">
              <a:extLst>
                <a:ext uri="{FF2B5EF4-FFF2-40B4-BE49-F238E27FC236}">
                  <a16:creationId xmlns:a16="http://schemas.microsoft.com/office/drawing/2014/main" id="{881FC018-343E-FEFD-8C3E-D6673D525037}"/>
                </a:ext>
              </a:extLst>
            </p:cNvPr>
            <p:cNvSpPr txBox="1"/>
            <p:nvPr/>
          </p:nvSpPr>
          <p:spPr>
            <a:xfrm>
              <a:off x="-9319468" y="2243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11/30/2025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9" name="Text 357">
              <a:extLst>
                <a:ext uri="{FF2B5EF4-FFF2-40B4-BE49-F238E27FC236}">
                  <a16:creationId xmlns:a16="http://schemas.microsoft.com/office/drawing/2014/main" id="{BAD8FACE-199C-4100-1BD0-771B34AB3745}"/>
                </a:ext>
              </a:extLst>
            </p:cNvPr>
            <p:cNvSpPr txBox="1"/>
            <p:nvPr/>
          </p:nvSpPr>
          <p:spPr>
            <a:xfrm>
              <a:off x="-8627868" y="2243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12/13/2025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0" name="Text 358">
              <a:extLst>
                <a:ext uri="{FF2B5EF4-FFF2-40B4-BE49-F238E27FC236}">
                  <a16:creationId xmlns:a16="http://schemas.microsoft.com/office/drawing/2014/main" id="{D9C75195-56BA-C9B8-0B13-07E041712954}"/>
                </a:ext>
              </a:extLst>
            </p:cNvPr>
            <p:cNvSpPr txBox="1"/>
            <p:nvPr/>
          </p:nvSpPr>
          <p:spPr>
            <a:xfrm>
              <a:off x="-7881092" y="2243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14.0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1" name="Text 359">
              <a:extLst>
                <a:ext uri="{FF2B5EF4-FFF2-40B4-BE49-F238E27FC236}">
                  <a16:creationId xmlns:a16="http://schemas.microsoft.com/office/drawing/2014/main" id="{1390E44E-6731-8C3F-00C3-F1834D38191B}"/>
                </a:ext>
              </a:extLst>
            </p:cNvPr>
            <p:cNvSpPr txBox="1"/>
            <p:nvPr/>
          </p:nvSpPr>
          <p:spPr>
            <a:xfrm>
              <a:off x="-7316716" y="2243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2" name="rect">
              <a:extLst>
                <a:ext uri="{FF2B5EF4-FFF2-40B4-BE49-F238E27FC236}">
                  <a16:creationId xmlns:a16="http://schemas.microsoft.com/office/drawing/2014/main" id="{3EBAD791-57DB-CEB3-98B1-627248B56F8D}"/>
                </a:ext>
              </a:extLst>
            </p:cNvPr>
            <p:cNvSpPr/>
            <p:nvPr/>
          </p:nvSpPr>
          <p:spPr>
            <a:xfrm>
              <a:off x="-11038200" y="2547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3" name="Text 361">
              <a:extLst>
                <a:ext uri="{FF2B5EF4-FFF2-40B4-BE49-F238E27FC236}">
                  <a16:creationId xmlns:a16="http://schemas.microsoft.com/office/drawing/2014/main" id="{942A4568-B988-96E7-5F12-E2F59C54A27A}"/>
                </a:ext>
              </a:extLst>
            </p:cNvPr>
            <p:cNvSpPr txBox="1"/>
            <p:nvPr/>
          </p:nvSpPr>
          <p:spPr>
            <a:xfrm>
              <a:off x="-11023838" y="2547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4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4" name="Text 362">
              <a:extLst>
                <a:ext uri="{FF2B5EF4-FFF2-40B4-BE49-F238E27FC236}">
                  <a16:creationId xmlns:a16="http://schemas.microsoft.com/office/drawing/2014/main" id="{3041D345-FCBF-FFA0-A10C-FF9B7F1803D5}"/>
                </a:ext>
              </a:extLst>
            </p:cNvPr>
            <p:cNvSpPr txBox="1"/>
            <p:nvPr/>
          </p:nvSpPr>
          <p:spPr>
            <a:xfrm>
              <a:off x="-10539652" y="25474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Learn Software Development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5" name="Text 363">
              <a:extLst>
                <a:ext uri="{FF2B5EF4-FFF2-40B4-BE49-F238E27FC236}">
                  <a16:creationId xmlns:a16="http://schemas.microsoft.com/office/drawing/2014/main" id="{0190349C-48D3-3BC6-F958-3F553EEB711F}"/>
                </a:ext>
              </a:extLst>
            </p:cNvPr>
            <p:cNvSpPr txBox="1"/>
            <p:nvPr/>
          </p:nvSpPr>
          <p:spPr>
            <a:xfrm>
              <a:off x="-9319468" y="2547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11/30/2025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6" name="Text 364">
              <a:extLst>
                <a:ext uri="{FF2B5EF4-FFF2-40B4-BE49-F238E27FC236}">
                  <a16:creationId xmlns:a16="http://schemas.microsoft.com/office/drawing/2014/main" id="{400D2B3B-B011-D86C-B4C1-EE1FF77BB4D9}"/>
                </a:ext>
              </a:extLst>
            </p:cNvPr>
            <p:cNvSpPr txBox="1"/>
            <p:nvPr/>
          </p:nvSpPr>
          <p:spPr>
            <a:xfrm>
              <a:off x="-8627868" y="2547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12/13/2025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7" name="Text 365">
              <a:extLst>
                <a:ext uri="{FF2B5EF4-FFF2-40B4-BE49-F238E27FC236}">
                  <a16:creationId xmlns:a16="http://schemas.microsoft.com/office/drawing/2014/main" id="{264A913D-652B-4D43-2E13-154CA531C1B4}"/>
                </a:ext>
              </a:extLst>
            </p:cNvPr>
            <p:cNvSpPr txBox="1"/>
            <p:nvPr/>
          </p:nvSpPr>
          <p:spPr>
            <a:xfrm>
              <a:off x="-7881092" y="2547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14.0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8" name="Text 366">
              <a:extLst>
                <a:ext uri="{FF2B5EF4-FFF2-40B4-BE49-F238E27FC236}">
                  <a16:creationId xmlns:a16="http://schemas.microsoft.com/office/drawing/2014/main" id="{39A05779-5482-C57C-3893-019AF6019051}"/>
                </a:ext>
              </a:extLst>
            </p:cNvPr>
            <p:cNvSpPr txBox="1"/>
            <p:nvPr/>
          </p:nvSpPr>
          <p:spPr>
            <a:xfrm>
              <a:off x="-7316716" y="2547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09" name="rect">
              <a:extLst>
                <a:ext uri="{FF2B5EF4-FFF2-40B4-BE49-F238E27FC236}">
                  <a16:creationId xmlns:a16="http://schemas.microsoft.com/office/drawing/2014/main" id="{F4202889-FC05-67CE-69D7-EF22F4E3A3AF}"/>
                </a:ext>
              </a:extLst>
            </p:cNvPr>
            <p:cNvSpPr/>
            <p:nvPr/>
          </p:nvSpPr>
          <p:spPr>
            <a:xfrm>
              <a:off x="-11038200" y="2851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Text 368">
              <a:extLst>
                <a:ext uri="{FF2B5EF4-FFF2-40B4-BE49-F238E27FC236}">
                  <a16:creationId xmlns:a16="http://schemas.microsoft.com/office/drawing/2014/main" id="{8D903D7F-9375-F44D-84F7-9E4F8FE8F8DB}"/>
                </a:ext>
              </a:extLst>
            </p:cNvPr>
            <p:cNvSpPr txBox="1"/>
            <p:nvPr/>
          </p:nvSpPr>
          <p:spPr>
            <a:xfrm>
              <a:off x="-11023838" y="2851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1" name="Text 369">
              <a:extLst>
                <a:ext uri="{FF2B5EF4-FFF2-40B4-BE49-F238E27FC236}">
                  <a16:creationId xmlns:a16="http://schemas.microsoft.com/office/drawing/2014/main" id="{D681F47C-A482-BE78-D10B-D2A4CBB2C1C7}"/>
                </a:ext>
              </a:extLst>
            </p:cNvPr>
            <p:cNvSpPr txBox="1"/>
            <p:nvPr/>
          </p:nvSpPr>
          <p:spPr>
            <a:xfrm>
              <a:off x="-10615652" y="28514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Final Term Exams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2" name="Text 370">
              <a:extLst>
                <a:ext uri="{FF2B5EF4-FFF2-40B4-BE49-F238E27FC236}">
                  <a16:creationId xmlns:a16="http://schemas.microsoft.com/office/drawing/2014/main" id="{A85CCFF0-FC24-602B-EF01-CF07471987D6}"/>
                </a:ext>
              </a:extLst>
            </p:cNvPr>
            <p:cNvSpPr txBox="1"/>
            <p:nvPr/>
          </p:nvSpPr>
          <p:spPr>
            <a:xfrm>
              <a:off x="-9319468" y="2851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12/13/2025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3" name="Text 371">
              <a:extLst>
                <a:ext uri="{FF2B5EF4-FFF2-40B4-BE49-F238E27FC236}">
                  <a16:creationId xmlns:a16="http://schemas.microsoft.com/office/drawing/2014/main" id="{2B935C4E-4CC7-4D2D-3790-1C781FB0B9DA}"/>
                </a:ext>
              </a:extLst>
            </p:cNvPr>
            <p:cNvSpPr txBox="1"/>
            <p:nvPr/>
          </p:nvSpPr>
          <p:spPr>
            <a:xfrm>
              <a:off x="-8627868" y="2851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1/9/2026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4" name="Text 372">
              <a:extLst>
                <a:ext uri="{FF2B5EF4-FFF2-40B4-BE49-F238E27FC236}">
                  <a16:creationId xmlns:a16="http://schemas.microsoft.com/office/drawing/2014/main" id="{A2268F0C-E22E-A244-1D18-CA1F812AB583}"/>
                </a:ext>
              </a:extLst>
            </p:cNvPr>
            <p:cNvSpPr txBox="1"/>
            <p:nvPr/>
          </p:nvSpPr>
          <p:spPr>
            <a:xfrm>
              <a:off x="-7881092" y="2851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27.0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5" name="Text 373">
              <a:extLst>
                <a:ext uri="{FF2B5EF4-FFF2-40B4-BE49-F238E27FC236}">
                  <a16:creationId xmlns:a16="http://schemas.microsoft.com/office/drawing/2014/main" id="{1537BA47-96D9-C3B9-6B8A-AA2354640CA3}"/>
                </a:ext>
              </a:extLst>
            </p:cNvPr>
            <p:cNvSpPr txBox="1"/>
            <p:nvPr/>
          </p:nvSpPr>
          <p:spPr>
            <a:xfrm>
              <a:off x="-7316716" y="2851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-170288.1%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6" name="rect">
              <a:extLst>
                <a:ext uri="{FF2B5EF4-FFF2-40B4-BE49-F238E27FC236}">
                  <a16:creationId xmlns:a16="http://schemas.microsoft.com/office/drawing/2014/main" id="{D98E15C5-D0AA-4383-4EB5-0B221F4F8912}"/>
                </a:ext>
              </a:extLst>
            </p:cNvPr>
            <p:cNvSpPr/>
            <p:nvPr/>
          </p:nvSpPr>
          <p:spPr>
            <a:xfrm>
              <a:off x="-11038200" y="3155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7" name="Text 375">
              <a:extLst>
                <a:ext uri="{FF2B5EF4-FFF2-40B4-BE49-F238E27FC236}">
                  <a16:creationId xmlns:a16="http://schemas.microsoft.com/office/drawing/2014/main" id="{2FF72F28-88AA-C54D-3B15-FDA86A3EE835}"/>
                </a:ext>
              </a:extLst>
            </p:cNvPr>
            <p:cNvSpPr txBox="1"/>
            <p:nvPr/>
          </p:nvSpPr>
          <p:spPr>
            <a:xfrm>
              <a:off x="-11023838" y="3155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8" name="Text 376">
              <a:extLst>
                <a:ext uri="{FF2B5EF4-FFF2-40B4-BE49-F238E27FC236}">
                  <a16:creationId xmlns:a16="http://schemas.microsoft.com/office/drawing/2014/main" id="{89072FA5-426F-26A0-ED2F-B92D444B7126}"/>
                </a:ext>
              </a:extLst>
            </p:cNvPr>
            <p:cNvSpPr txBox="1"/>
            <p:nvPr/>
          </p:nvSpPr>
          <p:spPr>
            <a:xfrm>
              <a:off x="-10615652" y="31554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b="1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Core Development</a:t>
              </a:r>
              <a:endParaRPr lang="zh-CN" altLang="en-US" sz="684" b="1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19" name="lines">
              <a:extLst>
                <a:ext uri="{FF2B5EF4-FFF2-40B4-BE49-F238E27FC236}">
                  <a16:creationId xmlns:a16="http://schemas.microsoft.com/office/drawing/2014/main" id="{80611288-8B9E-A36D-5E92-99451FD4EAB7}"/>
                </a:ext>
              </a:extLst>
            </p:cNvPr>
            <p:cNvSpPr/>
            <p:nvPr/>
          </p:nvSpPr>
          <p:spPr>
            <a:xfrm>
              <a:off x="-10671426" y="3277000"/>
              <a:ext cx="60800" cy="60800"/>
            </a:xfrm>
            <a:custGeom>
              <a:avLst/>
              <a:gdLst/>
              <a:ahLst/>
              <a:cxnLst/>
              <a:rect l="0" t="0" r="0" b="0"/>
              <a:pathLst>
                <a:path w="60800" h="60800">
                  <a:moveTo>
                    <a:pt x="0" y="0"/>
                  </a:moveTo>
                  <a:lnTo>
                    <a:pt x="60800" y="0"/>
                  </a:lnTo>
                  <a:lnTo>
                    <a:pt x="60800" y="60800"/>
                  </a:lnTo>
                  <a:lnTo>
                    <a:pt x="0" y="60800"/>
                  </a:lnTo>
                  <a:close/>
                </a:path>
                <a:path w="60800" h="60800">
                  <a:moveTo>
                    <a:pt x="15200" y="30400"/>
                  </a:moveTo>
                  <a:lnTo>
                    <a:pt x="45600" y="30400"/>
                  </a:lnTo>
                </a:path>
              </a:pathLst>
            </a:custGeom>
            <a:noFill/>
            <a:ln w="7600" cap="flat">
              <a:solidFill>
                <a:srgbClr val="626262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" name="Text 378">
              <a:extLst>
                <a:ext uri="{FF2B5EF4-FFF2-40B4-BE49-F238E27FC236}">
                  <a16:creationId xmlns:a16="http://schemas.microsoft.com/office/drawing/2014/main" id="{6AE6660D-2807-3612-DA54-6576C5D820D5}"/>
                </a:ext>
              </a:extLst>
            </p:cNvPr>
            <p:cNvSpPr txBox="1"/>
            <p:nvPr/>
          </p:nvSpPr>
          <p:spPr>
            <a:xfrm>
              <a:off x="-9319468" y="3155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1/10/2026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1" name="Text 379">
              <a:extLst>
                <a:ext uri="{FF2B5EF4-FFF2-40B4-BE49-F238E27FC236}">
                  <a16:creationId xmlns:a16="http://schemas.microsoft.com/office/drawing/2014/main" id="{776BCD76-3E3C-EB4F-A57A-F2D4E2C78D69}"/>
                </a:ext>
              </a:extLst>
            </p:cNvPr>
            <p:cNvSpPr txBox="1"/>
            <p:nvPr/>
          </p:nvSpPr>
          <p:spPr>
            <a:xfrm>
              <a:off x="-8627868" y="3155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2/6/2026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2" name="Text 380">
              <a:extLst>
                <a:ext uri="{FF2B5EF4-FFF2-40B4-BE49-F238E27FC236}">
                  <a16:creationId xmlns:a16="http://schemas.microsoft.com/office/drawing/2014/main" id="{B8D156B1-53B8-A77B-C030-4D695011172D}"/>
                </a:ext>
              </a:extLst>
            </p:cNvPr>
            <p:cNvSpPr txBox="1"/>
            <p:nvPr/>
          </p:nvSpPr>
          <p:spPr>
            <a:xfrm>
              <a:off x="-7881092" y="3155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3" name="Text 381">
              <a:extLst>
                <a:ext uri="{FF2B5EF4-FFF2-40B4-BE49-F238E27FC236}">
                  <a16:creationId xmlns:a16="http://schemas.microsoft.com/office/drawing/2014/main" id="{D8CA8CFB-8E6C-C06D-2380-7B1A504B9F5B}"/>
                </a:ext>
              </a:extLst>
            </p:cNvPr>
            <p:cNvSpPr txBox="1"/>
            <p:nvPr/>
          </p:nvSpPr>
          <p:spPr>
            <a:xfrm>
              <a:off x="-7316716" y="3155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4" name="rect">
              <a:extLst>
                <a:ext uri="{FF2B5EF4-FFF2-40B4-BE49-F238E27FC236}">
                  <a16:creationId xmlns:a16="http://schemas.microsoft.com/office/drawing/2014/main" id="{EDC76561-05D9-5A2D-235A-A80AF84BFE07}"/>
                </a:ext>
              </a:extLst>
            </p:cNvPr>
            <p:cNvSpPr/>
            <p:nvPr/>
          </p:nvSpPr>
          <p:spPr>
            <a:xfrm>
              <a:off x="-11038200" y="3459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5" name="Text 383">
              <a:extLst>
                <a:ext uri="{FF2B5EF4-FFF2-40B4-BE49-F238E27FC236}">
                  <a16:creationId xmlns:a16="http://schemas.microsoft.com/office/drawing/2014/main" id="{A7864997-893B-1C8E-1F66-BEBCBCB61D72}"/>
                </a:ext>
              </a:extLst>
            </p:cNvPr>
            <p:cNvSpPr txBox="1"/>
            <p:nvPr/>
          </p:nvSpPr>
          <p:spPr>
            <a:xfrm>
              <a:off x="-11023838" y="3459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7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6" name="Text 384">
              <a:extLst>
                <a:ext uri="{FF2B5EF4-FFF2-40B4-BE49-F238E27FC236}">
                  <a16:creationId xmlns:a16="http://schemas.microsoft.com/office/drawing/2014/main" id="{67273BA6-80FC-4DF4-6A0C-2A391D274971}"/>
                </a:ext>
              </a:extLst>
            </p:cNvPr>
            <p:cNvSpPr txBox="1"/>
            <p:nvPr/>
          </p:nvSpPr>
          <p:spPr>
            <a:xfrm>
              <a:off x="-10539652" y="34594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AI Model Development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7" name="Text 385">
              <a:extLst>
                <a:ext uri="{FF2B5EF4-FFF2-40B4-BE49-F238E27FC236}">
                  <a16:creationId xmlns:a16="http://schemas.microsoft.com/office/drawing/2014/main" id="{C4967821-275C-9803-435B-9268D4012AA9}"/>
                </a:ext>
              </a:extLst>
            </p:cNvPr>
            <p:cNvSpPr txBox="1"/>
            <p:nvPr/>
          </p:nvSpPr>
          <p:spPr>
            <a:xfrm>
              <a:off x="-9319468" y="3459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1/10/2026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8" name="Text 386">
              <a:extLst>
                <a:ext uri="{FF2B5EF4-FFF2-40B4-BE49-F238E27FC236}">
                  <a16:creationId xmlns:a16="http://schemas.microsoft.com/office/drawing/2014/main" id="{E0960A5C-9ABC-6346-8DB8-D3831FBDD97A}"/>
                </a:ext>
              </a:extLst>
            </p:cNvPr>
            <p:cNvSpPr txBox="1"/>
            <p:nvPr/>
          </p:nvSpPr>
          <p:spPr>
            <a:xfrm>
              <a:off x="-8627868" y="3459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2/6/2026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9" name="Text 387">
              <a:extLst>
                <a:ext uri="{FF2B5EF4-FFF2-40B4-BE49-F238E27FC236}">
                  <a16:creationId xmlns:a16="http://schemas.microsoft.com/office/drawing/2014/main" id="{6C10087D-6CFD-BB02-7B4D-75F778216D57}"/>
                </a:ext>
              </a:extLst>
            </p:cNvPr>
            <p:cNvSpPr txBox="1"/>
            <p:nvPr/>
          </p:nvSpPr>
          <p:spPr>
            <a:xfrm>
              <a:off x="-7881092" y="3459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0" name="Text 388">
              <a:extLst>
                <a:ext uri="{FF2B5EF4-FFF2-40B4-BE49-F238E27FC236}">
                  <a16:creationId xmlns:a16="http://schemas.microsoft.com/office/drawing/2014/main" id="{D6EC7C8E-13BA-8E71-D24E-46CAE611000F}"/>
                </a:ext>
              </a:extLst>
            </p:cNvPr>
            <p:cNvSpPr txBox="1"/>
            <p:nvPr/>
          </p:nvSpPr>
          <p:spPr>
            <a:xfrm>
              <a:off x="-7316716" y="3459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1" name="rect">
              <a:extLst>
                <a:ext uri="{FF2B5EF4-FFF2-40B4-BE49-F238E27FC236}">
                  <a16:creationId xmlns:a16="http://schemas.microsoft.com/office/drawing/2014/main" id="{3813EE5D-80C3-E88D-2888-4E1BA6754D0C}"/>
                </a:ext>
              </a:extLst>
            </p:cNvPr>
            <p:cNvSpPr/>
            <p:nvPr/>
          </p:nvSpPr>
          <p:spPr>
            <a:xfrm>
              <a:off x="-11038200" y="37634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2" name="Text 390">
              <a:extLst>
                <a:ext uri="{FF2B5EF4-FFF2-40B4-BE49-F238E27FC236}">
                  <a16:creationId xmlns:a16="http://schemas.microsoft.com/office/drawing/2014/main" id="{EF71CE82-A85A-E739-C93C-BCE599DC918E}"/>
                </a:ext>
              </a:extLst>
            </p:cNvPr>
            <p:cNvSpPr txBox="1"/>
            <p:nvPr/>
          </p:nvSpPr>
          <p:spPr>
            <a:xfrm>
              <a:off x="-11023838" y="37634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8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3" name="Text 391">
              <a:extLst>
                <a:ext uri="{FF2B5EF4-FFF2-40B4-BE49-F238E27FC236}">
                  <a16:creationId xmlns:a16="http://schemas.microsoft.com/office/drawing/2014/main" id="{B92A81D6-23FA-45A0-E02D-1284219CD184}"/>
                </a:ext>
              </a:extLst>
            </p:cNvPr>
            <p:cNvSpPr txBox="1"/>
            <p:nvPr/>
          </p:nvSpPr>
          <p:spPr>
            <a:xfrm>
              <a:off x="-10539652" y="37634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Software Development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4" name="Text 392">
              <a:extLst>
                <a:ext uri="{FF2B5EF4-FFF2-40B4-BE49-F238E27FC236}">
                  <a16:creationId xmlns:a16="http://schemas.microsoft.com/office/drawing/2014/main" id="{E70B7013-0743-EC1B-80F5-3AD20933F0F9}"/>
                </a:ext>
              </a:extLst>
            </p:cNvPr>
            <p:cNvSpPr txBox="1"/>
            <p:nvPr/>
          </p:nvSpPr>
          <p:spPr>
            <a:xfrm>
              <a:off x="-9319468" y="37634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1/10/2026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5" name="Text 393">
              <a:extLst>
                <a:ext uri="{FF2B5EF4-FFF2-40B4-BE49-F238E27FC236}">
                  <a16:creationId xmlns:a16="http://schemas.microsoft.com/office/drawing/2014/main" id="{304BC281-DA63-F5C4-106A-D8A7F2EBF067}"/>
                </a:ext>
              </a:extLst>
            </p:cNvPr>
            <p:cNvSpPr txBox="1"/>
            <p:nvPr/>
          </p:nvSpPr>
          <p:spPr>
            <a:xfrm>
              <a:off x="-8627868" y="37634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2/6/2026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6" name="Text 394">
              <a:extLst>
                <a:ext uri="{FF2B5EF4-FFF2-40B4-BE49-F238E27FC236}">
                  <a16:creationId xmlns:a16="http://schemas.microsoft.com/office/drawing/2014/main" id="{2000EC48-50B4-BA98-9CC5-DAEB35090169}"/>
                </a:ext>
              </a:extLst>
            </p:cNvPr>
            <p:cNvSpPr txBox="1"/>
            <p:nvPr/>
          </p:nvSpPr>
          <p:spPr>
            <a:xfrm>
              <a:off x="-7881092" y="37634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7" name="Text 395">
              <a:extLst>
                <a:ext uri="{FF2B5EF4-FFF2-40B4-BE49-F238E27FC236}">
                  <a16:creationId xmlns:a16="http://schemas.microsoft.com/office/drawing/2014/main" id="{594EDE23-949F-8BC4-1B60-5149F2B08ED3}"/>
                </a:ext>
              </a:extLst>
            </p:cNvPr>
            <p:cNvSpPr txBox="1"/>
            <p:nvPr/>
          </p:nvSpPr>
          <p:spPr>
            <a:xfrm>
              <a:off x="-7316716" y="37634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8" name="rect">
              <a:extLst>
                <a:ext uri="{FF2B5EF4-FFF2-40B4-BE49-F238E27FC236}">
                  <a16:creationId xmlns:a16="http://schemas.microsoft.com/office/drawing/2014/main" id="{BEBFAA4F-EC3B-A7AD-B1B8-72A5BC65DD82}"/>
                </a:ext>
              </a:extLst>
            </p:cNvPr>
            <p:cNvSpPr/>
            <p:nvPr/>
          </p:nvSpPr>
          <p:spPr>
            <a:xfrm>
              <a:off x="-11038200" y="4067400"/>
              <a:ext cx="4347200" cy="250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9" name="Text 397">
              <a:extLst>
                <a:ext uri="{FF2B5EF4-FFF2-40B4-BE49-F238E27FC236}">
                  <a16:creationId xmlns:a16="http://schemas.microsoft.com/office/drawing/2014/main" id="{B1AEEBC0-C8A9-4E11-9350-D26D74842954}"/>
                </a:ext>
              </a:extLst>
            </p:cNvPr>
            <p:cNvSpPr txBox="1"/>
            <p:nvPr/>
          </p:nvSpPr>
          <p:spPr>
            <a:xfrm>
              <a:off x="-11023838" y="4067400"/>
              <a:ext cx="3040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9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0" name="Text 398">
              <a:extLst>
                <a:ext uri="{FF2B5EF4-FFF2-40B4-BE49-F238E27FC236}">
                  <a16:creationId xmlns:a16="http://schemas.microsoft.com/office/drawing/2014/main" id="{0910C3EA-B3B1-41B1-1BBB-A5331E622E63}"/>
                </a:ext>
              </a:extLst>
            </p:cNvPr>
            <p:cNvSpPr txBox="1"/>
            <p:nvPr/>
          </p:nvSpPr>
          <p:spPr>
            <a:xfrm>
              <a:off x="-10539652" y="4067400"/>
              <a:ext cx="12616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Hardware Finalizing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1" name="Text 399">
              <a:extLst>
                <a:ext uri="{FF2B5EF4-FFF2-40B4-BE49-F238E27FC236}">
                  <a16:creationId xmlns:a16="http://schemas.microsoft.com/office/drawing/2014/main" id="{36394230-8677-AE1D-7B08-034A4BFF9CCB}"/>
                </a:ext>
              </a:extLst>
            </p:cNvPr>
            <p:cNvSpPr txBox="1"/>
            <p:nvPr/>
          </p:nvSpPr>
          <p:spPr>
            <a:xfrm>
              <a:off x="-9319468" y="4067400"/>
              <a:ext cx="6612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1/10/2026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2" name="Text 400">
              <a:extLst>
                <a:ext uri="{FF2B5EF4-FFF2-40B4-BE49-F238E27FC236}">
                  <a16:creationId xmlns:a16="http://schemas.microsoft.com/office/drawing/2014/main" id="{3FA14375-8E7D-FA7F-95AD-700D4DA1553F}"/>
                </a:ext>
              </a:extLst>
            </p:cNvPr>
            <p:cNvSpPr txBox="1"/>
            <p:nvPr/>
          </p:nvSpPr>
          <p:spPr>
            <a:xfrm>
              <a:off x="-8627868" y="4067400"/>
              <a:ext cx="7144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1/17/2026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3" name="Text 401">
              <a:extLst>
                <a:ext uri="{FF2B5EF4-FFF2-40B4-BE49-F238E27FC236}">
                  <a16:creationId xmlns:a16="http://schemas.microsoft.com/office/drawing/2014/main" id="{F14D0E1E-9D07-2988-80C4-06B6AE72CD22}"/>
                </a:ext>
              </a:extLst>
            </p:cNvPr>
            <p:cNvSpPr txBox="1"/>
            <p:nvPr/>
          </p:nvSpPr>
          <p:spPr>
            <a:xfrm>
              <a:off x="-7881092" y="4067400"/>
              <a:ext cx="5320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4" name="Text 402">
              <a:extLst>
                <a:ext uri="{FF2B5EF4-FFF2-40B4-BE49-F238E27FC236}">
                  <a16:creationId xmlns:a16="http://schemas.microsoft.com/office/drawing/2014/main" id="{2629282D-B9A4-955F-E529-27CE3EA4AE04}"/>
                </a:ext>
              </a:extLst>
            </p:cNvPr>
            <p:cNvSpPr txBox="1"/>
            <p:nvPr/>
          </p:nvSpPr>
          <p:spPr>
            <a:xfrm>
              <a:off x="-7316716" y="4067400"/>
              <a:ext cx="600400" cy="2508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5" name="rect">
              <a:extLst>
                <a:ext uri="{FF2B5EF4-FFF2-40B4-BE49-F238E27FC236}">
                  <a16:creationId xmlns:a16="http://schemas.microsoft.com/office/drawing/2014/main" id="{88404E46-8EA1-2FB1-FF8C-AA106638593A}"/>
                </a:ext>
              </a:extLst>
            </p:cNvPr>
            <p:cNvSpPr/>
            <p:nvPr/>
          </p:nvSpPr>
          <p:spPr>
            <a:xfrm>
              <a:off x="-11038200" y="4318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6" name="Text 404">
              <a:extLst>
                <a:ext uri="{FF2B5EF4-FFF2-40B4-BE49-F238E27FC236}">
                  <a16:creationId xmlns:a16="http://schemas.microsoft.com/office/drawing/2014/main" id="{1E24575E-67F3-CD6D-4CB5-727F118B2578}"/>
                </a:ext>
              </a:extLst>
            </p:cNvPr>
            <p:cNvSpPr txBox="1"/>
            <p:nvPr/>
          </p:nvSpPr>
          <p:spPr>
            <a:xfrm>
              <a:off x="-11023838" y="43182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10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7" name="Text 405">
              <a:extLst>
                <a:ext uri="{FF2B5EF4-FFF2-40B4-BE49-F238E27FC236}">
                  <a16:creationId xmlns:a16="http://schemas.microsoft.com/office/drawing/2014/main" id="{2AC7A7EC-5724-DB53-A404-179B0E68C54E}"/>
                </a:ext>
              </a:extLst>
            </p:cNvPr>
            <p:cNvSpPr txBox="1"/>
            <p:nvPr/>
          </p:nvSpPr>
          <p:spPr>
            <a:xfrm>
              <a:off x="-10615652" y="43182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b="1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Integration &amp; Polish</a:t>
              </a:r>
              <a:endParaRPr lang="zh-CN" altLang="en-US" sz="684" b="1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8" name="lines">
              <a:extLst>
                <a:ext uri="{FF2B5EF4-FFF2-40B4-BE49-F238E27FC236}">
                  <a16:creationId xmlns:a16="http://schemas.microsoft.com/office/drawing/2014/main" id="{1C7BB28A-A607-D4F7-2203-4B6960C7BAFF}"/>
                </a:ext>
              </a:extLst>
            </p:cNvPr>
            <p:cNvSpPr/>
            <p:nvPr/>
          </p:nvSpPr>
          <p:spPr>
            <a:xfrm>
              <a:off x="-10671426" y="4439800"/>
              <a:ext cx="60800" cy="60800"/>
            </a:xfrm>
            <a:custGeom>
              <a:avLst/>
              <a:gdLst/>
              <a:ahLst/>
              <a:cxnLst/>
              <a:rect l="0" t="0" r="0" b="0"/>
              <a:pathLst>
                <a:path w="60800" h="60800">
                  <a:moveTo>
                    <a:pt x="0" y="0"/>
                  </a:moveTo>
                  <a:lnTo>
                    <a:pt x="60800" y="0"/>
                  </a:lnTo>
                  <a:lnTo>
                    <a:pt x="60800" y="60800"/>
                  </a:lnTo>
                  <a:lnTo>
                    <a:pt x="0" y="60800"/>
                  </a:lnTo>
                  <a:close/>
                </a:path>
                <a:path w="60800" h="60800">
                  <a:moveTo>
                    <a:pt x="15200" y="30400"/>
                  </a:moveTo>
                  <a:lnTo>
                    <a:pt x="45600" y="30400"/>
                  </a:lnTo>
                </a:path>
              </a:pathLst>
            </a:custGeom>
            <a:noFill/>
            <a:ln w="7600" cap="flat">
              <a:solidFill>
                <a:srgbClr val="626262"/>
              </a:solidFill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9" name="Text 407">
              <a:extLst>
                <a:ext uri="{FF2B5EF4-FFF2-40B4-BE49-F238E27FC236}">
                  <a16:creationId xmlns:a16="http://schemas.microsoft.com/office/drawing/2014/main" id="{B7B6A061-F3B3-D097-7046-4861945AD22E}"/>
                </a:ext>
              </a:extLst>
            </p:cNvPr>
            <p:cNvSpPr txBox="1"/>
            <p:nvPr/>
          </p:nvSpPr>
          <p:spPr>
            <a:xfrm>
              <a:off x="-9319468" y="43182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2/7/2026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0" name="Text 408">
              <a:extLst>
                <a:ext uri="{FF2B5EF4-FFF2-40B4-BE49-F238E27FC236}">
                  <a16:creationId xmlns:a16="http://schemas.microsoft.com/office/drawing/2014/main" id="{840C3916-BF27-0337-F66B-72B1A4ABDD1F}"/>
                </a:ext>
              </a:extLst>
            </p:cNvPr>
            <p:cNvSpPr txBox="1"/>
            <p:nvPr/>
          </p:nvSpPr>
          <p:spPr>
            <a:xfrm>
              <a:off x="-8627868" y="43182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3/6/2026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1" name="Text 409">
              <a:extLst>
                <a:ext uri="{FF2B5EF4-FFF2-40B4-BE49-F238E27FC236}">
                  <a16:creationId xmlns:a16="http://schemas.microsoft.com/office/drawing/2014/main" id="{FA7BFB01-7422-6FA4-D0D9-282DFF1575F9}"/>
                </a:ext>
              </a:extLst>
            </p:cNvPr>
            <p:cNvSpPr txBox="1"/>
            <p:nvPr/>
          </p:nvSpPr>
          <p:spPr>
            <a:xfrm>
              <a:off x="-7881092" y="43182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2" name="Text 410">
              <a:extLst>
                <a:ext uri="{FF2B5EF4-FFF2-40B4-BE49-F238E27FC236}">
                  <a16:creationId xmlns:a16="http://schemas.microsoft.com/office/drawing/2014/main" id="{71502CCD-CC21-0C56-777A-E63701436DF0}"/>
                </a:ext>
              </a:extLst>
            </p:cNvPr>
            <p:cNvSpPr txBox="1"/>
            <p:nvPr/>
          </p:nvSpPr>
          <p:spPr>
            <a:xfrm>
              <a:off x="-7316716" y="43182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3" name="rect">
              <a:extLst>
                <a:ext uri="{FF2B5EF4-FFF2-40B4-BE49-F238E27FC236}">
                  <a16:creationId xmlns:a16="http://schemas.microsoft.com/office/drawing/2014/main" id="{FD56C307-84F3-2C6E-CD87-631BE81FC7FD}"/>
                </a:ext>
              </a:extLst>
            </p:cNvPr>
            <p:cNvSpPr/>
            <p:nvPr/>
          </p:nvSpPr>
          <p:spPr>
            <a:xfrm>
              <a:off x="-11038200" y="4622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4" name="Text 412">
              <a:extLst>
                <a:ext uri="{FF2B5EF4-FFF2-40B4-BE49-F238E27FC236}">
                  <a16:creationId xmlns:a16="http://schemas.microsoft.com/office/drawing/2014/main" id="{186A9171-2890-9E35-DE23-9E9324FBC6B5}"/>
                </a:ext>
              </a:extLst>
            </p:cNvPr>
            <p:cNvSpPr txBox="1"/>
            <p:nvPr/>
          </p:nvSpPr>
          <p:spPr>
            <a:xfrm>
              <a:off x="-11023838" y="46222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11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5" name="Text 413">
              <a:extLst>
                <a:ext uri="{FF2B5EF4-FFF2-40B4-BE49-F238E27FC236}">
                  <a16:creationId xmlns:a16="http://schemas.microsoft.com/office/drawing/2014/main" id="{7F5FB0F7-0F18-C8FD-1E9D-8A0B4D0ADF2D}"/>
                </a:ext>
              </a:extLst>
            </p:cNvPr>
            <p:cNvSpPr txBox="1"/>
            <p:nvPr/>
          </p:nvSpPr>
          <p:spPr>
            <a:xfrm>
              <a:off x="-10539652" y="46222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Integrating Keyboard &amp; Model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6" name="Text 414">
              <a:extLst>
                <a:ext uri="{FF2B5EF4-FFF2-40B4-BE49-F238E27FC236}">
                  <a16:creationId xmlns:a16="http://schemas.microsoft.com/office/drawing/2014/main" id="{408A306A-D5E0-FD80-C13D-42444FB6B5C6}"/>
                </a:ext>
              </a:extLst>
            </p:cNvPr>
            <p:cNvSpPr txBox="1"/>
            <p:nvPr/>
          </p:nvSpPr>
          <p:spPr>
            <a:xfrm>
              <a:off x="-9319468" y="46222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2/7/2026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7" name="Text 415">
              <a:extLst>
                <a:ext uri="{FF2B5EF4-FFF2-40B4-BE49-F238E27FC236}">
                  <a16:creationId xmlns:a16="http://schemas.microsoft.com/office/drawing/2014/main" id="{636A398B-A0A5-8169-3ED4-EF93A4D489D9}"/>
                </a:ext>
              </a:extLst>
            </p:cNvPr>
            <p:cNvSpPr txBox="1"/>
            <p:nvPr/>
          </p:nvSpPr>
          <p:spPr>
            <a:xfrm>
              <a:off x="-8627868" y="46222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2/20/2026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8" name="Text 416">
              <a:extLst>
                <a:ext uri="{FF2B5EF4-FFF2-40B4-BE49-F238E27FC236}">
                  <a16:creationId xmlns:a16="http://schemas.microsoft.com/office/drawing/2014/main" id="{EFADDF27-53E5-9B96-625E-7547C2722A32}"/>
                </a:ext>
              </a:extLst>
            </p:cNvPr>
            <p:cNvSpPr txBox="1"/>
            <p:nvPr/>
          </p:nvSpPr>
          <p:spPr>
            <a:xfrm>
              <a:off x="-7881092" y="46222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14.0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59" name="Text 417">
              <a:extLst>
                <a:ext uri="{FF2B5EF4-FFF2-40B4-BE49-F238E27FC236}">
                  <a16:creationId xmlns:a16="http://schemas.microsoft.com/office/drawing/2014/main" id="{39AAD3B2-67BD-695F-7113-77A3AC2FD93D}"/>
                </a:ext>
              </a:extLst>
            </p:cNvPr>
            <p:cNvSpPr txBox="1"/>
            <p:nvPr/>
          </p:nvSpPr>
          <p:spPr>
            <a:xfrm>
              <a:off x="-7316716" y="46222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0" name="rect">
              <a:extLst>
                <a:ext uri="{FF2B5EF4-FFF2-40B4-BE49-F238E27FC236}">
                  <a16:creationId xmlns:a16="http://schemas.microsoft.com/office/drawing/2014/main" id="{52029266-72ED-8C5F-8C59-BEFE45550849}"/>
                </a:ext>
              </a:extLst>
            </p:cNvPr>
            <p:cNvSpPr/>
            <p:nvPr/>
          </p:nvSpPr>
          <p:spPr>
            <a:xfrm>
              <a:off x="-11038200" y="4926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1" name="Text 419">
              <a:extLst>
                <a:ext uri="{FF2B5EF4-FFF2-40B4-BE49-F238E27FC236}">
                  <a16:creationId xmlns:a16="http://schemas.microsoft.com/office/drawing/2014/main" id="{F0285C25-88B1-3782-1B40-10A405E627F5}"/>
                </a:ext>
              </a:extLst>
            </p:cNvPr>
            <p:cNvSpPr txBox="1"/>
            <p:nvPr/>
          </p:nvSpPr>
          <p:spPr>
            <a:xfrm>
              <a:off x="-11023838" y="49262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12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2" name="Text 420">
              <a:extLst>
                <a:ext uri="{FF2B5EF4-FFF2-40B4-BE49-F238E27FC236}">
                  <a16:creationId xmlns:a16="http://schemas.microsoft.com/office/drawing/2014/main" id="{EDE570EE-132C-5DBB-F5E5-01C984523994}"/>
                </a:ext>
              </a:extLst>
            </p:cNvPr>
            <p:cNvSpPr txBox="1"/>
            <p:nvPr/>
          </p:nvSpPr>
          <p:spPr>
            <a:xfrm>
              <a:off x="-10539652" y="4926200"/>
              <a:ext cx="1261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Improving &amp; Polish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3" name="Text 421">
              <a:extLst>
                <a:ext uri="{FF2B5EF4-FFF2-40B4-BE49-F238E27FC236}">
                  <a16:creationId xmlns:a16="http://schemas.microsoft.com/office/drawing/2014/main" id="{BDB35D48-A388-5290-D971-47C04E26E34A}"/>
                </a:ext>
              </a:extLst>
            </p:cNvPr>
            <p:cNvSpPr txBox="1"/>
            <p:nvPr/>
          </p:nvSpPr>
          <p:spPr>
            <a:xfrm>
              <a:off x="-9319468" y="49262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2/21/2026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4" name="Text 422">
              <a:extLst>
                <a:ext uri="{FF2B5EF4-FFF2-40B4-BE49-F238E27FC236}">
                  <a16:creationId xmlns:a16="http://schemas.microsoft.com/office/drawing/2014/main" id="{44B51C69-CE8D-71FF-D38C-BA27B242FB3E}"/>
                </a:ext>
              </a:extLst>
            </p:cNvPr>
            <p:cNvSpPr txBox="1"/>
            <p:nvPr/>
          </p:nvSpPr>
          <p:spPr>
            <a:xfrm>
              <a:off x="-8627868" y="49262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3/6/2026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5" name="Text 423">
              <a:extLst>
                <a:ext uri="{FF2B5EF4-FFF2-40B4-BE49-F238E27FC236}">
                  <a16:creationId xmlns:a16="http://schemas.microsoft.com/office/drawing/2014/main" id="{F8290C1F-EDE3-FFE8-351B-454606A21538}"/>
                </a:ext>
              </a:extLst>
            </p:cNvPr>
            <p:cNvSpPr txBox="1"/>
            <p:nvPr/>
          </p:nvSpPr>
          <p:spPr>
            <a:xfrm>
              <a:off x="-7881092" y="49262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14.0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6" name="Text 424">
              <a:extLst>
                <a:ext uri="{FF2B5EF4-FFF2-40B4-BE49-F238E27FC236}">
                  <a16:creationId xmlns:a16="http://schemas.microsoft.com/office/drawing/2014/main" id="{366AE77E-8E1E-C140-B80F-89B8A43D3A16}"/>
                </a:ext>
              </a:extLst>
            </p:cNvPr>
            <p:cNvSpPr txBox="1"/>
            <p:nvPr/>
          </p:nvSpPr>
          <p:spPr>
            <a:xfrm>
              <a:off x="-7316716" y="49262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7" name="rect">
              <a:extLst>
                <a:ext uri="{FF2B5EF4-FFF2-40B4-BE49-F238E27FC236}">
                  <a16:creationId xmlns:a16="http://schemas.microsoft.com/office/drawing/2014/main" id="{04AB1FA4-F92A-0A2A-2770-A1DA1C2B756E}"/>
                </a:ext>
              </a:extLst>
            </p:cNvPr>
            <p:cNvSpPr/>
            <p:nvPr/>
          </p:nvSpPr>
          <p:spPr>
            <a:xfrm>
              <a:off x="-11038200" y="5230200"/>
              <a:ext cx="4347200" cy="3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8" name="Text 426">
              <a:extLst>
                <a:ext uri="{FF2B5EF4-FFF2-40B4-BE49-F238E27FC236}">
                  <a16:creationId xmlns:a16="http://schemas.microsoft.com/office/drawing/2014/main" id="{087FDCD9-241E-982D-E0F8-2CE65CDA71CC}"/>
                </a:ext>
              </a:extLst>
            </p:cNvPr>
            <p:cNvSpPr txBox="1"/>
            <p:nvPr/>
          </p:nvSpPr>
          <p:spPr>
            <a:xfrm>
              <a:off x="-11023838" y="5230200"/>
              <a:ext cx="304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13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69" name="Text 427">
              <a:extLst>
                <a:ext uri="{FF2B5EF4-FFF2-40B4-BE49-F238E27FC236}">
                  <a16:creationId xmlns:a16="http://schemas.microsoft.com/office/drawing/2014/main" id="{DC640575-C828-B7F5-175E-12471BD188C3}"/>
                </a:ext>
              </a:extLst>
            </p:cNvPr>
            <p:cNvSpPr txBox="1"/>
            <p:nvPr/>
          </p:nvSpPr>
          <p:spPr>
            <a:xfrm>
              <a:off x="-10615652" y="5230200"/>
              <a:ext cx="13376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Real-world Testing &amp; Documentation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70" name="Text 428">
              <a:extLst>
                <a:ext uri="{FF2B5EF4-FFF2-40B4-BE49-F238E27FC236}">
                  <a16:creationId xmlns:a16="http://schemas.microsoft.com/office/drawing/2014/main" id="{2FA07AD8-A70F-EE65-25A4-E21E06F38C7A}"/>
                </a:ext>
              </a:extLst>
            </p:cNvPr>
            <p:cNvSpPr txBox="1"/>
            <p:nvPr/>
          </p:nvSpPr>
          <p:spPr>
            <a:xfrm>
              <a:off x="-9319468" y="5230200"/>
              <a:ext cx="6612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3/7/2026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71" name="Text 429">
              <a:extLst>
                <a:ext uri="{FF2B5EF4-FFF2-40B4-BE49-F238E27FC236}">
                  <a16:creationId xmlns:a16="http://schemas.microsoft.com/office/drawing/2014/main" id="{3CF761A0-F3A8-3F6E-CF34-B707756E9DDB}"/>
                </a:ext>
              </a:extLst>
            </p:cNvPr>
            <p:cNvSpPr txBox="1"/>
            <p:nvPr/>
          </p:nvSpPr>
          <p:spPr>
            <a:xfrm>
              <a:off x="-8627868" y="5230200"/>
              <a:ext cx="714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4/3/2026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72" name="Text 430">
              <a:extLst>
                <a:ext uri="{FF2B5EF4-FFF2-40B4-BE49-F238E27FC236}">
                  <a16:creationId xmlns:a16="http://schemas.microsoft.com/office/drawing/2014/main" id="{C38B63DF-53EA-8780-12B2-CABD31E01AE0}"/>
                </a:ext>
              </a:extLst>
            </p:cNvPr>
            <p:cNvSpPr txBox="1"/>
            <p:nvPr/>
          </p:nvSpPr>
          <p:spPr>
            <a:xfrm>
              <a:off x="-7881092" y="5230200"/>
              <a:ext cx="5320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28.0 d.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73" name="Text 431">
              <a:extLst>
                <a:ext uri="{FF2B5EF4-FFF2-40B4-BE49-F238E27FC236}">
                  <a16:creationId xmlns:a16="http://schemas.microsoft.com/office/drawing/2014/main" id="{34CF3A15-CDDE-FAE1-D5F7-88B1F5F53E34}"/>
                </a:ext>
              </a:extLst>
            </p:cNvPr>
            <p:cNvSpPr txBox="1"/>
            <p:nvPr/>
          </p:nvSpPr>
          <p:spPr>
            <a:xfrm>
              <a:off x="-7316716" y="5230200"/>
              <a:ext cx="600400" cy="304000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/>
            <a:lstStyle/>
            <a:p>
              <a:pPr algn="ctr" defTabSz="292608">
                <a:spcAft>
                  <a:spcPts val="600"/>
                </a:spcAft>
              </a:pPr>
              <a:r>
                <a:rPr lang="zh-CN" altLang="en-US" sz="219" kern="120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0.0%</a:t>
              </a:r>
              <a:endParaRPr lang="zh-CN" altLang="en-US" sz="684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74" name="border">
              <a:extLst>
                <a:ext uri="{FF2B5EF4-FFF2-40B4-BE49-F238E27FC236}">
                  <a16:creationId xmlns:a16="http://schemas.microsoft.com/office/drawing/2014/main" id="{60B3CAEB-2392-9905-51E2-35EA9182D5B8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 fill="none">
                  <a:moveTo>
                    <a:pt x="4347200" y="152000"/>
                  </a:moveTo>
                  <a:lnTo>
                    <a:pt x="34276000" y="152000"/>
                  </a:lnTo>
                </a:path>
                <a:path w="34276000" h="4202800" fill="none">
                  <a:moveTo>
                    <a:pt x="0" y="304000"/>
                  </a:moveTo>
                  <a:lnTo>
                    <a:pt x="34276000" y="304000"/>
                  </a:lnTo>
                </a:path>
                <a:path w="34276000" h="4202800" fill="none">
                  <a:moveTo>
                    <a:pt x="0" y="608000"/>
                  </a:moveTo>
                  <a:lnTo>
                    <a:pt x="34276000" y="608000"/>
                  </a:lnTo>
                </a:path>
                <a:path w="34276000" h="4202800" fill="none">
                  <a:moveTo>
                    <a:pt x="0" y="912000"/>
                  </a:moveTo>
                  <a:lnTo>
                    <a:pt x="34276000" y="912000"/>
                  </a:lnTo>
                </a:path>
                <a:path w="34276000" h="4202800" fill="none">
                  <a:moveTo>
                    <a:pt x="0" y="1216000"/>
                  </a:moveTo>
                  <a:lnTo>
                    <a:pt x="34276000" y="1216000"/>
                  </a:lnTo>
                </a:path>
                <a:path w="34276000" h="4202800" fill="none">
                  <a:moveTo>
                    <a:pt x="0" y="1520000"/>
                  </a:moveTo>
                  <a:lnTo>
                    <a:pt x="34276000" y="1520000"/>
                  </a:lnTo>
                </a:path>
                <a:path w="34276000" h="4202800" fill="none">
                  <a:moveTo>
                    <a:pt x="0" y="1824000"/>
                  </a:moveTo>
                  <a:lnTo>
                    <a:pt x="34276000" y="1824000"/>
                  </a:lnTo>
                </a:path>
                <a:path w="34276000" h="4202800" fill="none">
                  <a:moveTo>
                    <a:pt x="0" y="2128000"/>
                  </a:moveTo>
                  <a:lnTo>
                    <a:pt x="34276000" y="2128000"/>
                  </a:lnTo>
                </a:path>
                <a:path w="34276000" h="4202800" fill="none">
                  <a:moveTo>
                    <a:pt x="0" y="2432000"/>
                  </a:moveTo>
                  <a:lnTo>
                    <a:pt x="34276000" y="2432000"/>
                  </a:lnTo>
                </a:path>
                <a:path w="34276000" h="4202800" fill="none">
                  <a:moveTo>
                    <a:pt x="0" y="2736000"/>
                  </a:moveTo>
                  <a:lnTo>
                    <a:pt x="34276000" y="2736000"/>
                  </a:lnTo>
                </a:path>
                <a:path w="34276000" h="4202800" fill="none">
                  <a:moveTo>
                    <a:pt x="0" y="2986800"/>
                  </a:moveTo>
                  <a:lnTo>
                    <a:pt x="34276000" y="2986800"/>
                  </a:lnTo>
                </a:path>
                <a:path w="34276000" h="4202800" fill="none">
                  <a:moveTo>
                    <a:pt x="0" y="3290800"/>
                  </a:moveTo>
                  <a:lnTo>
                    <a:pt x="34276000" y="3290800"/>
                  </a:lnTo>
                </a:path>
                <a:path w="34276000" h="4202800" fill="none">
                  <a:moveTo>
                    <a:pt x="0" y="3594800"/>
                  </a:moveTo>
                  <a:lnTo>
                    <a:pt x="34276000" y="3594800"/>
                  </a:lnTo>
                </a:path>
                <a:path w="34276000" h="4202800" fill="none">
                  <a:moveTo>
                    <a:pt x="0" y="3898800"/>
                  </a:moveTo>
                  <a:lnTo>
                    <a:pt x="34276000" y="3898800"/>
                  </a:lnTo>
                </a:path>
                <a:path w="34276000" h="4202800" fill="none">
                  <a:moveTo>
                    <a:pt x="4848800" y="152000"/>
                  </a:moveTo>
                  <a:lnTo>
                    <a:pt x="4848800" y="0"/>
                  </a:lnTo>
                </a:path>
                <a:path w="34276000" h="4202800" fill="none">
                  <a:moveTo>
                    <a:pt x="9864800" y="152000"/>
                  </a:moveTo>
                  <a:lnTo>
                    <a:pt x="9864800" y="0"/>
                  </a:lnTo>
                </a:path>
                <a:path w="34276000" h="4202800" fill="none">
                  <a:moveTo>
                    <a:pt x="15048000" y="152000"/>
                  </a:moveTo>
                  <a:lnTo>
                    <a:pt x="15048000" y="0"/>
                  </a:lnTo>
                </a:path>
                <a:path w="34276000" h="4202800" fill="none">
                  <a:moveTo>
                    <a:pt x="20231200" y="152000"/>
                  </a:moveTo>
                  <a:lnTo>
                    <a:pt x="20231200" y="0"/>
                  </a:lnTo>
                </a:path>
                <a:path w="34276000" h="4202800" fill="none">
                  <a:moveTo>
                    <a:pt x="24912800" y="152000"/>
                  </a:moveTo>
                  <a:lnTo>
                    <a:pt x="24912800" y="0"/>
                  </a:lnTo>
                </a:path>
                <a:path w="34276000" h="4202800" fill="none">
                  <a:moveTo>
                    <a:pt x="30096000" y="152000"/>
                  </a:moveTo>
                  <a:lnTo>
                    <a:pt x="30096000" y="0"/>
                  </a:lnTo>
                </a:path>
                <a:path w="34276000" h="4202800" fill="none">
                  <a:moveTo>
                    <a:pt x="4514400" y="152000"/>
                  </a:moveTo>
                  <a:lnTo>
                    <a:pt x="4514400" y="304000"/>
                  </a:lnTo>
                </a:path>
                <a:path w="34276000" h="4202800" fill="none">
                  <a:moveTo>
                    <a:pt x="4681600" y="152000"/>
                  </a:moveTo>
                  <a:lnTo>
                    <a:pt x="4681600" y="304000"/>
                  </a:lnTo>
                </a:path>
                <a:path w="34276000" h="4202800" fill="none">
                  <a:moveTo>
                    <a:pt x="4848800" y="152000"/>
                  </a:moveTo>
                  <a:lnTo>
                    <a:pt x="4848800" y="304000"/>
                  </a:lnTo>
                </a:path>
                <a:path w="34276000" h="4202800" fill="none">
                  <a:moveTo>
                    <a:pt x="5016000" y="152000"/>
                  </a:moveTo>
                  <a:lnTo>
                    <a:pt x="5016000" y="304000"/>
                  </a:lnTo>
                </a:path>
                <a:path w="34276000" h="4202800" fill="none">
                  <a:moveTo>
                    <a:pt x="5183200" y="152000"/>
                  </a:moveTo>
                  <a:lnTo>
                    <a:pt x="5183200" y="304000"/>
                  </a:lnTo>
                </a:path>
                <a:path w="34276000" h="4202800" fill="none">
                  <a:moveTo>
                    <a:pt x="5350400" y="152000"/>
                  </a:moveTo>
                  <a:lnTo>
                    <a:pt x="5350400" y="304000"/>
                  </a:lnTo>
                </a:path>
                <a:path w="34276000" h="4202800" fill="none">
                  <a:moveTo>
                    <a:pt x="5517600" y="152000"/>
                  </a:moveTo>
                  <a:lnTo>
                    <a:pt x="5517600" y="304000"/>
                  </a:lnTo>
                </a:path>
                <a:path w="34276000" h="4202800" fill="none">
                  <a:moveTo>
                    <a:pt x="5684800" y="152000"/>
                  </a:moveTo>
                  <a:lnTo>
                    <a:pt x="5684800" y="304000"/>
                  </a:lnTo>
                </a:path>
                <a:path w="34276000" h="4202800" fill="none">
                  <a:moveTo>
                    <a:pt x="5852000" y="152000"/>
                  </a:moveTo>
                  <a:lnTo>
                    <a:pt x="5852000" y="304000"/>
                  </a:lnTo>
                </a:path>
                <a:path w="34276000" h="4202800" fill="none">
                  <a:moveTo>
                    <a:pt x="6019200" y="152000"/>
                  </a:moveTo>
                  <a:lnTo>
                    <a:pt x="6019200" y="304000"/>
                  </a:lnTo>
                </a:path>
                <a:path w="34276000" h="4202800" fill="none">
                  <a:moveTo>
                    <a:pt x="6186400" y="152000"/>
                  </a:moveTo>
                  <a:lnTo>
                    <a:pt x="6186400" y="304000"/>
                  </a:lnTo>
                </a:path>
                <a:path w="34276000" h="4202800" fill="none">
                  <a:moveTo>
                    <a:pt x="6353600" y="152000"/>
                  </a:moveTo>
                  <a:lnTo>
                    <a:pt x="6353600" y="304000"/>
                  </a:lnTo>
                </a:path>
                <a:path w="34276000" h="4202800" fill="none">
                  <a:moveTo>
                    <a:pt x="6520800" y="152000"/>
                  </a:moveTo>
                  <a:lnTo>
                    <a:pt x="6520800" y="304000"/>
                  </a:lnTo>
                </a:path>
                <a:path w="34276000" h="4202800" fill="none">
                  <a:moveTo>
                    <a:pt x="6688000" y="152000"/>
                  </a:moveTo>
                  <a:lnTo>
                    <a:pt x="6688000" y="304000"/>
                  </a:lnTo>
                </a:path>
                <a:path w="34276000" h="4202800" fill="none">
                  <a:moveTo>
                    <a:pt x="6855200" y="152000"/>
                  </a:moveTo>
                  <a:lnTo>
                    <a:pt x="6855200" y="304000"/>
                  </a:lnTo>
                </a:path>
                <a:path w="34276000" h="4202800" fill="none">
                  <a:moveTo>
                    <a:pt x="7022400" y="152000"/>
                  </a:moveTo>
                  <a:lnTo>
                    <a:pt x="7022400" y="304000"/>
                  </a:lnTo>
                </a:path>
                <a:path w="34276000" h="4202800" fill="none">
                  <a:moveTo>
                    <a:pt x="7189600" y="152000"/>
                  </a:moveTo>
                  <a:lnTo>
                    <a:pt x="7189600" y="304000"/>
                  </a:lnTo>
                </a:path>
                <a:path w="34276000" h="4202800" fill="none">
                  <a:moveTo>
                    <a:pt x="7356800" y="152000"/>
                  </a:moveTo>
                  <a:lnTo>
                    <a:pt x="7356800" y="304000"/>
                  </a:lnTo>
                </a:path>
                <a:path w="34276000" h="4202800" fill="none">
                  <a:moveTo>
                    <a:pt x="7524000" y="152000"/>
                  </a:moveTo>
                  <a:lnTo>
                    <a:pt x="7524000" y="304000"/>
                  </a:lnTo>
                </a:path>
                <a:path w="34276000" h="4202800" fill="none">
                  <a:moveTo>
                    <a:pt x="7691200" y="152000"/>
                  </a:moveTo>
                  <a:lnTo>
                    <a:pt x="7691200" y="304000"/>
                  </a:lnTo>
                </a:path>
                <a:path w="34276000" h="4202800" fill="none">
                  <a:moveTo>
                    <a:pt x="7858400" y="152000"/>
                  </a:moveTo>
                  <a:lnTo>
                    <a:pt x="7858400" y="304000"/>
                  </a:lnTo>
                </a:path>
                <a:path w="34276000" h="4202800" fill="none">
                  <a:moveTo>
                    <a:pt x="8025600" y="152000"/>
                  </a:moveTo>
                  <a:lnTo>
                    <a:pt x="8025600" y="304000"/>
                  </a:lnTo>
                </a:path>
                <a:path w="34276000" h="4202800" fill="none">
                  <a:moveTo>
                    <a:pt x="8192800" y="152000"/>
                  </a:moveTo>
                  <a:lnTo>
                    <a:pt x="8192800" y="304000"/>
                  </a:lnTo>
                </a:path>
                <a:path w="34276000" h="4202800" fill="none">
                  <a:moveTo>
                    <a:pt x="8360000" y="152000"/>
                  </a:moveTo>
                  <a:lnTo>
                    <a:pt x="8360000" y="304000"/>
                  </a:lnTo>
                </a:path>
                <a:path w="34276000" h="4202800" fill="none">
                  <a:moveTo>
                    <a:pt x="8527200" y="152000"/>
                  </a:moveTo>
                  <a:lnTo>
                    <a:pt x="8527200" y="304000"/>
                  </a:lnTo>
                </a:path>
                <a:path w="34276000" h="4202800" fill="none">
                  <a:moveTo>
                    <a:pt x="8694400" y="152000"/>
                  </a:moveTo>
                  <a:lnTo>
                    <a:pt x="8694400" y="304000"/>
                  </a:lnTo>
                </a:path>
                <a:path w="34276000" h="4202800" fill="none">
                  <a:moveTo>
                    <a:pt x="8861600" y="152000"/>
                  </a:moveTo>
                  <a:lnTo>
                    <a:pt x="8861600" y="304000"/>
                  </a:lnTo>
                </a:path>
                <a:path w="34276000" h="4202800" fill="none">
                  <a:moveTo>
                    <a:pt x="9028800" y="152000"/>
                  </a:moveTo>
                  <a:lnTo>
                    <a:pt x="9028800" y="304000"/>
                  </a:lnTo>
                </a:path>
                <a:path w="34276000" h="4202800" fill="none">
                  <a:moveTo>
                    <a:pt x="9196000" y="152000"/>
                  </a:moveTo>
                  <a:lnTo>
                    <a:pt x="9196000" y="304000"/>
                  </a:lnTo>
                </a:path>
                <a:path w="34276000" h="4202800" fill="none">
                  <a:moveTo>
                    <a:pt x="9363200" y="152000"/>
                  </a:moveTo>
                  <a:lnTo>
                    <a:pt x="9363200" y="304000"/>
                  </a:lnTo>
                </a:path>
                <a:path w="34276000" h="4202800" fill="none">
                  <a:moveTo>
                    <a:pt x="9530400" y="152000"/>
                  </a:moveTo>
                  <a:lnTo>
                    <a:pt x="9530400" y="304000"/>
                  </a:lnTo>
                </a:path>
                <a:path w="34276000" h="4202800" fill="none">
                  <a:moveTo>
                    <a:pt x="9697600" y="152000"/>
                  </a:moveTo>
                  <a:lnTo>
                    <a:pt x="9697600" y="304000"/>
                  </a:lnTo>
                </a:path>
                <a:path w="34276000" h="4202800" fill="none">
                  <a:moveTo>
                    <a:pt x="9864800" y="152000"/>
                  </a:moveTo>
                  <a:lnTo>
                    <a:pt x="9864800" y="304000"/>
                  </a:lnTo>
                </a:path>
                <a:path w="34276000" h="4202800" fill="none">
                  <a:moveTo>
                    <a:pt x="10032000" y="152000"/>
                  </a:moveTo>
                  <a:lnTo>
                    <a:pt x="10032000" y="304000"/>
                  </a:lnTo>
                </a:path>
                <a:path w="34276000" h="4202800" fill="none">
                  <a:moveTo>
                    <a:pt x="10199200" y="152000"/>
                  </a:moveTo>
                  <a:lnTo>
                    <a:pt x="10199200" y="304000"/>
                  </a:lnTo>
                </a:path>
                <a:path w="34276000" h="4202800" fill="none">
                  <a:moveTo>
                    <a:pt x="10366400" y="152000"/>
                  </a:moveTo>
                  <a:lnTo>
                    <a:pt x="10366400" y="304000"/>
                  </a:lnTo>
                </a:path>
                <a:path w="34276000" h="4202800" fill="none">
                  <a:moveTo>
                    <a:pt x="10533600" y="152000"/>
                  </a:moveTo>
                  <a:lnTo>
                    <a:pt x="10533600" y="304000"/>
                  </a:lnTo>
                </a:path>
                <a:path w="34276000" h="4202800" fill="none">
                  <a:moveTo>
                    <a:pt x="10700800" y="152000"/>
                  </a:moveTo>
                  <a:lnTo>
                    <a:pt x="10700800" y="304000"/>
                  </a:lnTo>
                </a:path>
                <a:path w="34276000" h="4202800" fill="none">
                  <a:moveTo>
                    <a:pt x="10868000" y="152000"/>
                  </a:moveTo>
                  <a:lnTo>
                    <a:pt x="10868000" y="304000"/>
                  </a:lnTo>
                </a:path>
                <a:path w="34276000" h="4202800" fill="none">
                  <a:moveTo>
                    <a:pt x="11035200" y="152000"/>
                  </a:moveTo>
                  <a:lnTo>
                    <a:pt x="11035200" y="304000"/>
                  </a:lnTo>
                </a:path>
                <a:path w="34276000" h="4202800" fill="none">
                  <a:moveTo>
                    <a:pt x="11202400" y="152000"/>
                  </a:moveTo>
                  <a:lnTo>
                    <a:pt x="11202400" y="304000"/>
                  </a:lnTo>
                </a:path>
                <a:path w="34276000" h="4202800" fill="none">
                  <a:moveTo>
                    <a:pt x="11369600" y="152000"/>
                  </a:moveTo>
                  <a:lnTo>
                    <a:pt x="11369600" y="304000"/>
                  </a:lnTo>
                </a:path>
                <a:path w="34276000" h="4202800" fill="none">
                  <a:moveTo>
                    <a:pt x="11536800" y="152000"/>
                  </a:moveTo>
                  <a:lnTo>
                    <a:pt x="11536800" y="304000"/>
                  </a:lnTo>
                </a:path>
                <a:path w="34276000" h="4202800" fill="none">
                  <a:moveTo>
                    <a:pt x="11704000" y="152000"/>
                  </a:moveTo>
                  <a:lnTo>
                    <a:pt x="11704000" y="304000"/>
                  </a:lnTo>
                </a:path>
                <a:path w="34276000" h="4202800" fill="none">
                  <a:moveTo>
                    <a:pt x="11871200" y="152000"/>
                  </a:moveTo>
                  <a:lnTo>
                    <a:pt x="11871200" y="304000"/>
                  </a:lnTo>
                </a:path>
                <a:path w="34276000" h="4202800" fill="none">
                  <a:moveTo>
                    <a:pt x="12038400" y="152000"/>
                  </a:moveTo>
                  <a:lnTo>
                    <a:pt x="12038400" y="304000"/>
                  </a:lnTo>
                </a:path>
                <a:path w="34276000" h="4202800" fill="none">
                  <a:moveTo>
                    <a:pt x="12205600" y="152000"/>
                  </a:moveTo>
                  <a:lnTo>
                    <a:pt x="12205600" y="304000"/>
                  </a:lnTo>
                </a:path>
                <a:path w="34276000" h="4202800" fill="none">
                  <a:moveTo>
                    <a:pt x="12372800" y="152000"/>
                  </a:moveTo>
                  <a:lnTo>
                    <a:pt x="12372800" y="304000"/>
                  </a:lnTo>
                </a:path>
                <a:path w="34276000" h="4202800" fill="none">
                  <a:moveTo>
                    <a:pt x="12540000" y="152000"/>
                  </a:moveTo>
                  <a:lnTo>
                    <a:pt x="12540000" y="304000"/>
                  </a:lnTo>
                </a:path>
                <a:path w="34276000" h="4202800" fill="none">
                  <a:moveTo>
                    <a:pt x="12707200" y="152000"/>
                  </a:moveTo>
                  <a:lnTo>
                    <a:pt x="12707200" y="304000"/>
                  </a:lnTo>
                </a:path>
                <a:path w="34276000" h="4202800" fill="none">
                  <a:moveTo>
                    <a:pt x="12874400" y="152000"/>
                  </a:moveTo>
                  <a:lnTo>
                    <a:pt x="12874400" y="304000"/>
                  </a:lnTo>
                </a:path>
                <a:path w="34276000" h="4202800" fill="none">
                  <a:moveTo>
                    <a:pt x="13041600" y="152000"/>
                  </a:moveTo>
                  <a:lnTo>
                    <a:pt x="13041600" y="304000"/>
                  </a:lnTo>
                </a:path>
                <a:path w="34276000" h="4202800" fill="none">
                  <a:moveTo>
                    <a:pt x="13208800" y="152000"/>
                  </a:moveTo>
                  <a:lnTo>
                    <a:pt x="13208800" y="304000"/>
                  </a:lnTo>
                </a:path>
                <a:path w="34276000" h="4202800" fill="none">
                  <a:moveTo>
                    <a:pt x="13376000" y="152000"/>
                  </a:moveTo>
                  <a:lnTo>
                    <a:pt x="13376000" y="304000"/>
                  </a:lnTo>
                </a:path>
                <a:path w="34276000" h="4202800" fill="none">
                  <a:moveTo>
                    <a:pt x="13543200" y="152000"/>
                  </a:moveTo>
                  <a:lnTo>
                    <a:pt x="13543200" y="304000"/>
                  </a:lnTo>
                </a:path>
                <a:path w="34276000" h="4202800" fill="none">
                  <a:moveTo>
                    <a:pt x="13710400" y="152000"/>
                  </a:moveTo>
                  <a:lnTo>
                    <a:pt x="13710400" y="304000"/>
                  </a:lnTo>
                </a:path>
                <a:path w="34276000" h="4202800" fill="none">
                  <a:moveTo>
                    <a:pt x="13877600" y="152000"/>
                  </a:moveTo>
                  <a:lnTo>
                    <a:pt x="13877600" y="304000"/>
                  </a:lnTo>
                </a:path>
                <a:path w="34276000" h="4202800" fill="none">
                  <a:moveTo>
                    <a:pt x="14044800" y="152000"/>
                  </a:moveTo>
                  <a:lnTo>
                    <a:pt x="14044800" y="304000"/>
                  </a:lnTo>
                </a:path>
                <a:path w="34276000" h="4202800" fill="none">
                  <a:moveTo>
                    <a:pt x="14212000" y="152000"/>
                  </a:moveTo>
                  <a:lnTo>
                    <a:pt x="14212000" y="304000"/>
                  </a:lnTo>
                </a:path>
                <a:path w="34276000" h="4202800" fill="none">
                  <a:moveTo>
                    <a:pt x="14379200" y="152000"/>
                  </a:moveTo>
                  <a:lnTo>
                    <a:pt x="14379200" y="304000"/>
                  </a:lnTo>
                </a:path>
                <a:path w="34276000" h="4202800" fill="none">
                  <a:moveTo>
                    <a:pt x="14546400" y="152000"/>
                  </a:moveTo>
                  <a:lnTo>
                    <a:pt x="14546400" y="304000"/>
                  </a:lnTo>
                </a:path>
                <a:path w="34276000" h="4202800" fill="none">
                  <a:moveTo>
                    <a:pt x="14713600" y="152000"/>
                  </a:moveTo>
                  <a:lnTo>
                    <a:pt x="14713600" y="304000"/>
                  </a:lnTo>
                </a:path>
                <a:path w="34276000" h="4202800" fill="none">
                  <a:moveTo>
                    <a:pt x="14880800" y="152000"/>
                  </a:moveTo>
                  <a:lnTo>
                    <a:pt x="14880800" y="304000"/>
                  </a:lnTo>
                </a:path>
                <a:path w="34276000" h="4202800" fill="none">
                  <a:moveTo>
                    <a:pt x="15048000" y="152000"/>
                  </a:moveTo>
                  <a:lnTo>
                    <a:pt x="15048000" y="304000"/>
                  </a:lnTo>
                </a:path>
                <a:path w="34276000" h="4202800" fill="none">
                  <a:moveTo>
                    <a:pt x="15215200" y="152000"/>
                  </a:moveTo>
                  <a:lnTo>
                    <a:pt x="15215200" y="304000"/>
                  </a:lnTo>
                </a:path>
                <a:path w="34276000" h="4202800" fill="none">
                  <a:moveTo>
                    <a:pt x="15382400" y="152000"/>
                  </a:moveTo>
                  <a:lnTo>
                    <a:pt x="15382400" y="304000"/>
                  </a:lnTo>
                </a:path>
                <a:path w="34276000" h="4202800" fill="none">
                  <a:moveTo>
                    <a:pt x="15549600" y="152000"/>
                  </a:moveTo>
                  <a:lnTo>
                    <a:pt x="15549600" y="304000"/>
                  </a:lnTo>
                </a:path>
                <a:path w="34276000" h="4202800" fill="none">
                  <a:moveTo>
                    <a:pt x="15716800" y="152000"/>
                  </a:moveTo>
                  <a:lnTo>
                    <a:pt x="15716800" y="304000"/>
                  </a:lnTo>
                </a:path>
                <a:path w="34276000" h="4202800" fill="none">
                  <a:moveTo>
                    <a:pt x="15884000" y="152000"/>
                  </a:moveTo>
                  <a:lnTo>
                    <a:pt x="15884000" y="304000"/>
                  </a:lnTo>
                </a:path>
                <a:path w="34276000" h="4202800" fill="none">
                  <a:moveTo>
                    <a:pt x="16051200" y="152000"/>
                  </a:moveTo>
                  <a:lnTo>
                    <a:pt x="16051200" y="304000"/>
                  </a:lnTo>
                </a:path>
                <a:path w="34276000" h="4202800" fill="none">
                  <a:moveTo>
                    <a:pt x="16218400" y="152000"/>
                  </a:moveTo>
                  <a:lnTo>
                    <a:pt x="16218400" y="304000"/>
                  </a:lnTo>
                </a:path>
                <a:path w="34276000" h="4202800" fill="none">
                  <a:moveTo>
                    <a:pt x="16385600" y="152000"/>
                  </a:moveTo>
                  <a:lnTo>
                    <a:pt x="16385600" y="304000"/>
                  </a:lnTo>
                </a:path>
                <a:path w="34276000" h="4202800" fill="none">
                  <a:moveTo>
                    <a:pt x="16552800" y="152000"/>
                  </a:moveTo>
                  <a:lnTo>
                    <a:pt x="16552800" y="304000"/>
                  </a:lnTo>
                </a:path>
                <a:path w="34276000" h="4202800" fill="none">
                  <a:moveTo>
                    <a:pt x="16720000" y="152000"/>
                  </a:moveTo>
                  <a:lnTo>
                    <a:pt x="16720000" y="304000"/>
                  </a:lnTo>
                </a:path>
                <a:path w="34276000" h="4202800" fill="none">
                  <a:moveTo>
                    <a:pt x="16887200" y="152000"/>
                  </a:moveTo>
                  <a:lnTo>
                    <a:pt x="16887200" y="304000"/>
                  </a:lnTo>
                </a:path>
                <a:path w="34276000" h="4202800" fill="none">
                  <a:moveTo>
                    <a:pt x="17054400" y="152000"/>
                  </a:moveTo>
                  <a:lnTo>
                    <a:pt x="17054400" y="304000"/>
                  </a:lnTo>
                </a:path>
                <a:path w="34276000" h="4202800" fill="none">
                  <a:moveTo>
                    <a:pt x="17221600" y="152000"/>
                  </a:moveTo>
                  <a:lnTo>
                    <a:pt x="17221600" y="304000"/>
                  </a:lnTo>
                </a:path>
                <a:path w="34276000" h="4202800" fill="none">
                  <a:moveTo>
                    <a:pt x="17388800" y="152000"/>
                  </a:moveTo>
                  <a:lnTo>
                    <a:pt x="17388800" y="304000"/>
                  </a:lnTo>
                </a:path>
                <a:path w="34276000" h="4202800" fill="none">
                  <a:moveTo>
                    <a:pt x="17556000" y="152000"/>
                  </a:moveTo>
                  <a:lnTo>
                    <a:pt x="17556000" y="304000"/>
                  </a:lnTo>
                </a:path>
                <a:path w="34276000" h="4202800" fill="none">
                  <a:moveTo>
                    <a:pt x="17723200" y="152000"/>
                  </a:moveTo>
                  <a:lnTo>
                    <a:pt x="17723200" y="304000"/>
                  </a:lnTo>
                </a:path>
                <a:path w="34276000" h="4202800" fill="none">
                  <a:moveTo>
                    <a:pt x="17890400" y="152000"/>
                  </a:moveTo>
                  <a:lnTo>
                    <a:pt x="17890400" y="304000"/>
                  </a:lnTo>
                </a:path>
                <a:path w="34276000" h="4202800" fill="none">
                  <a:moveTo>
                    <a:pt x="18057600" y="152000"/>
                  </a:moveTo>
                  <a:lnTo>
                    <a:pt x="18057600" y="304000"/>
                  </a:lnTo>
                </a:path>
                <a:path w="34276000" h="4202800" fill="none">
                  <a:moveTo>
                    <a:pt x="18224800" y="152000"/>
                  </a:moveTo>
                  <a:lnTo>
                    <a:pt x="18224800" y="304000"/>
                  </a:lnTo>
                </a:path>
                <a:path w="34276000" h="4202800" fill="none">
                  <a:moveTo>
                    <a:pt x="18392000" y="152000"/>
                  </a:moveTo>
                  <a:lnTo>
                    <a:pt x="18392000" y="304000"/>
                  </a:lnTo>
                </a:path>
                <a:path w="34276000" h="4202800" fill="none">
                  <a:moveTo>
                    <a:pt x="18559200" y="152000"/>
                  </a:moveTo>
                  <a:lnTo>
                    <a:pt x="18559200" y="304000"/>
                  </a:lnTo>
                </a:path>
                <a:path w="34276000" h="4202800" fill="none">
                  <a:moveTo>
                    <a:pt x="18726400" y="152000"/>
                  </a:moveTo>
                  <a:lnTo>
                    <a:pt x="18726400" y="304000"/>
                  </a:lnTo>
                </a:path>
                <a:path w="34276000" h="4202800" fill="none">
                  <a:moveTo>
                    <a:pt x="18893600" y="152000"/>
                  </a:moveTo>
                  <a:lnTo>
                    <a:pt x="18893600" y="304000"/>
                  </a:lnTo>
                </a:path>
                <a:path w="34276000" h="4202800" fill="none">
                  <a:moveTo>
                    <a:pt x="19060800" y="152000"/>
                  </a:moveTo>
                  <a:lnTo>
                    <a:pt x="19060800" y="304000"/>
                  </a:lnTo>
                </a:path>
                <a:path w="34276000" h="4202800" fill="none">
                  <a:moveTo>
                    <a:pt x="19228000" y="152000"/>
                  </a:moveTo>
                  <a:lnTo>
                    <a:pt x="19228000" y="304000"/>
                  </a:lnTo>
                </a:path>
                <a:path w="34276000" h="4202800" fill="none">
                  <a:moveTo>
                    <a:pt x="19395200" y="152000"/>
                  </a:moveTo>
                  <a:lnTo>
                    <a:pt x="19395200" y="304000"/>
                  </a:lnTo>
                </a:path>
                <a:path w="34276000" h="4202800" fill="none">
                  <a:moveTo>
                    <a:pt x="19562400" y="152000"/>
                  </a:moveTo>
                  <a:lnTo>
                    <a:pt x="19562400" y="304000"/>
                  </a:lnTo>
                </a:path>
                <a:path w="34276000" h="4202800" fill="none">
                  <a:moveTo>
                    <a:pt x="19729600" y="152000"/>
                  </a:moveTo>
                  <a:lnTo>
                    <a:pt x="19729600" y="304000"/>
                  </a:lnTo>
                </a:path>
                <a:path w="34276000" h="4202800" fill="none">
                  <a:moveTo>
                    <a:pt x="19896800" y="152000"/>
                  </a:moveTo>
                  <a:lnTo>
                    <a:pt x="19896800" y="304000"/>
                  </a:lnTo>
                </a:path>
                <a:path w="34276000" h="4202800" fill="none">
                  <a:moveTo>
                    <a:pt x="20064000" y="152000"/>
                  </a:moveTo>
                  <a:lnTo>
                    <a:pt x="20064000" y="304000"/>
                  </a:lnTo>
                </a:path>
                <a:path w="34276000" h="4202800" fill="none">
                  <a:moveTo>
                    <a:pt x="20231200" y="152000"/>
                  </a:moveTo>
                  <a:lnTo>
                    <a:pt x="20231200" y="304000"/>
                  </a:lnTo>
                </a:path>
                <a:path w="34276000" h="4202800" fill="none">
                  <a:moveTo>
                    <a:pt x="20398400" y="152000"/>
                  </a:moveTo>
                  <a:lnTo>
                    <a:pt x="20398400" y="304000"/>
                  </a:lnTo>
                </a:path>
                <a:path w="34276000" h="4202800" fill="none">
                  <a:moveTo>
                    <a:pt x="20565600" y="152000"/>
                  </a:moveTo>
                  <a:lnTo>
                    <a:pt x="20565600" y="304000"/>
                  </a:lnTo>
                </a:path>
                <a:path w="34276000" h="4202800" fill="none">
                  <a:moveTo>
                    <a:pt x="20732800" y="152000"/>
                  </a:moveTo>
                  <a:lnTo>
                    <a:pt x="20732800" y="304000"/>
                  </a:lnTo>
                </a:path>
                <a:path w="34276000" h="4202800" fill="none">
                  <a:moveTo>
                    <a:pt x="20900000" y="152000"/>
                  </a:moveTo>
                  <a:lnTo>
                    <a:pt x="20900000" y="304000"/>
                  </a:lnTo>
                </a:path>
                <a:path w="34276000" h="4202800" fill="none">
                  <a:moveTo>
                    <a:pt x="21067200" y="152000"/>
                  </a:moveTo>
                  <a:lnTo>
                    <a:pt x="21067200" y="304000"/>
                  </a:lnTo>
                </a:path>
                <a:path w="34276000" h="4202800" fill="none">
                  <a:moveTo>
                    <a:pt x="21234400" y="152000"/>
                  </a:moveTo>
                  <a:lnTo>
                    <a:pt x="21234400" y="304000"/>
                  </a:lnTo>
                </a:path>
                <a:path w="34276000" h="4202800" fill="none">
                  <a:moveTo>
                    <a:pt x="21401600" y="152000"/>
                  </a:moveTo>
                  <a:lnTo>
                    <a:pt x="21401600" y="304000"/>
                  </a:lnTo>
                </a:path>
                <a:path w="34276000" h="4202800" fill="none">
                  <a:moveTo>
                    <a:pt x="21568800" y="152000"/>
                  </a:moveTo>
                  <a:lnTo>
                    <a:pt x="21568800" y="304000"/>
                  </a:lnTo>
                </a:path>
                <a:path w="34276000" h="4202800" fill="none">
                  <a:moveTo>
                    <a:pt x="21736000" y="152000"/>
                  </a:moveTo>
                  <a:lnTo>
                    <a:pt x="21736000" y="304000"/>
                  </a:lnTo>
                </a:path>
                <a:path w="34276000" h="4202800" fill="none">
                  <a:moveTo>
                    <a:pt x="21903200" y="152000"/>
                  </a:moveTo>
                  <a:lnTo>
                    <a:pt x="21903200" y="304000"/>
                  </a:lnTo>
                </a:path>
                <a:path w="34276000" h="4202800" fill="none">
                  <a:moveTo>
                    <a:pt x="22070400" y="152000"/>
                  </a:moveTo>
                  <a:lnTo>
                    <a:pt x="22070400" y="304000"/>
                  </a:lnTo>
                </a:path>
                <a:path w="34276000" h="4202800" fill="none">
                  <a:moveTo>
                    <a:pt x="22237600" y="152000"/>
                  </a:moveTo>
                  <a:lnTo>
                    <a:pt x="22237600" y="304000"/>
                  </a:lnTo>
                </a:path>
                <a:path w="34276000" h="4202800" fill="none">
                  <a:moveTo>
                    <a:pt x="22404800" y="152000"/>
                  </a:moveTo>
                  <a:lnTo>
                    <a:pt x="22404800" y="304000"/>
                  </a:lnTo>
                </a:path>
                <a:path w="34276000" h="4202800" fill="none">
                  <a:moveTo>
                    <a:pt x="22572000" y="152000"/>
                  </a:moveTo>
                  <a:lnTo>
                    <a:pt x="22572000" y="304000"/>
                  </a:lnTo>
                </a:path>
                <a:path w="34276000" h="4202800" fill="none">
                  <a:moveTo>
                    <a:pt x="22739200" y="152000"/>
                  </a:moveTo>
                  <a:lnTo>
                    <a:pt x="22739200" y="304000"/>
                  </a:lnTo>
                </a:path>
                <a:path w="34276000" h="4202800" fill="none">
                  <a:moveTo>
                    <a:pt x="22906400" y="152000"/>
                  </a:moveTo>
                  <a:lnTo>
                    <a:pt x="22906400" y="304000"/>
                  </a:lnTo>
                </a:path>
                <a:path w="34276000" h="4202800" fill="none">
                  <a:moveTo>
                    <a:pt x="23073600" y="152000"/>
                  </a:moveTo>
                  <a:lnTo>
                    <a:pt x="23073600" y="304000"/>
                  </a:lnTo>
                </a:path>
                <a:path w="34276000" h="4202800" fill="none">
                  <a:moveTo>
                    <a:pt x="23240800" y="152000"/>
                  </a:moveTo>
                  <a:lnTo>
                    <a:pt x="23240800" y="304000"/>
                  </a:lnTo>
                </a:path>
                <a:path w="34276000" h="4202800" fill="none">
                  <a:moveTo>
                    <a:pt x="23408000" y="152000"/>
                  </a:moveTo>
                  <a:lnTo>
                    <a:pt x="23408000" y="304000"/>
                  </a:lnTo>
                </a:path>
                <a:path w="34276000" h="4202800" fill="none">
                  <a:moveTo>
                    <a:pt x="23575200" y="152000"/>
                  </a:moveTo>
                  <a:lnTo>
                    <a:pt x="23575200" y="304000"/>
                  </a:lnTo>
                </a:path>
                <a:path w="34276000" h="4202800" fill="none">
                  <a:moveTo>
                    <a:pt x="23742400" y="152000"/>
                  </a:moveTo>
                  <a:lnTo>
                    <a:pt x="23742400" y="304000"/>
                  </a:lnTo>
                </a:path>
                <a:path w="34276000" h="4202800" fill="none">
                  <a:moveTo>
                    <a:pt x="23909600" y="152000"/>
                  </a:moveTo>
                  <a:lnTo>
                    <a:pt x="23909600" y="304000"/>
                  </a:lnTo>
                </a:path>
                <a:path w="34276000" h="4202800" fill="none">
                  <a:moveTo>
                    <a:pt x="24076800" y="152000"/>
                  </a:moveTo>
                  <a:lnTo>
                    <a:pt x="24076800" y="304000"/>
                  </a:lnTo>
                </a:path>
                <a:path w="34276000" h="4202800" fill="none">
                  <a:moveTo>
                    <a:pt x="24244000" y="152000"/>
                  </a:moveTo>
                  <a:lnTo>
                    <a:pt x="24244000" y="304000"/>
                  </a:lnTo>
                </a:path>
                <a:path w="34276000" h="4202800" fill="none">
                  <a:moveTo>
                    <a:pt x="24411200" y="152000"/>
                  </a:moveTo>
                  <a:lnTo>
                    <a:pt x="24411200" y="304000"/>
                  </a:lnTo>
                </a:path>
                <a:path w="34276000" h="4202800" fill="none">
                  <a:moveTo>
                    <a:pt x="24578400" y="152000"/>
                  </a:moveTo>
                  <a:lnTo>
                    <a:pt x="24578400" y="304000"/>
                  </a:lnTo>
                </a:path>
                <a:path w="34276000" h="4202800" fill="none">
                  <a:moveTo>
                    <a:pt x="24745600" y="152000"/>
                  </a:moveTo>
                  <a:lnTo>
                    <a:pt x="24745600" y="304000"/>
                  </a:lnTo>
                </a:path>
                <a:path w="34276000" h="4202800" fill="none">
                  <a:moveTo>
                    <a:pt x="24912800" y="152000"/>
                  </a:moveTo>
                  <a:lnTo>
                    <a:pt x="24912800" y="304000"/>
                  </a:lnTo>
                </a:path>
                <a:path w="34276000" h="4202800" fill="none">
                  <a:moveTo>
                    <a:pt x="25080000" y="152000"/>
                  </a:moveTo>
                  <a:lnTo>
                    <a:pt x="25080000" y="304000"/>
                  </a:lnTo>
                </a:path>
                <a:path w="34276000" h="4202800" fill="none">
                  <a:moveTo>
                    <a:pt x="25247200" y="152000"/>
                  </a:moveTo>
                  <a:lnTo>
                    <a:pt x="25247200" y="304000"/>
                  </a:lnTo>
                </a:path>
                <a:path w="34276000" h="4202800" fill="none">
                  <a:moveTo>
                    <a:pt x="25414400" y="152000"/>
                  </a:moveTo>
                  <a:lnTo>
                    <a:pt x="25414400" y="304000"/>
                  </a:lnTo>
                </a:path>
                <a:path w="34276000" h="4202800" fill="none">
                  <a:moveTo>
                    <a:pt x="25581600" y="152000"/>
                  </a:moveTo>
                  <a:lnTo>
                    <a:pt x="25581600" y="304000"/>
                  </a:lnTo>
                </a:path>
                <a:path w="34276000" h="4202800" fill="none">
                  <a:moveTo>
                    <a:pt x="25748800" y="152000"/>
                  </a:moveTo>
                  <a:lnTo>
                    <a:pt x="25748800" y="304000"/>
                  </a:lnTo>
                </a:path>
                <a:path w="34276000" h="4202800" fill="none">
                  <a:moveTo>
                    <a:pt x="25916000" y="152000"/>
                  </a:moveTo>
                  <a:lnTo>
                    <a:pt x="25916000" y="304000"/>
                  </a:lnTo>
                </a:path>
                <a:path w="34276000" h="4202800" fill="none">
                  <a:moveTo>
                    <a:pt x="26083200" y="152000"/>
                  </a:moveTo>
                  <a:lnTo>
                    <a:pt x="26083200" y="304000"/>
                  </a:lnTo>
                </a:path>
                <a:path w="34276000" h="4202800" fill="none">
                  <a:moveTo>
                    <a:pt x="26250400" y="152000"/>
                  </a:moveTo>
                  <a:lnTo>
                    <a:pt x="26250400" y="304000"/>
                  </a:lnTo>
                </a:path>
                <a:path w="34276000" h="4202800" fill="none">
                  <a:moveTo>
                    <a:pt x="26417600" y="152000"/>
                  </a:moveTo>
                  <a:lnTo>
                    <a:pt x="26417600" y="304000"/>
                  </a:lnTo>
                </a:path>
                <a:path w="34276000" h="4202800" fill="none">
                  <a:moveTo>
                    <a:pt x="26584800" y="152000"/>
                  </a:moveTo>
                  <a:lnTo>
                    <a:pt x="26584800" y="304000"/>
                  </a:lnTo>
                </a:path>
                <a:path w="34276000" h="4202800" fill="none">
                  <a:moveTo>
                    <a:pt x="26752000" y="152000"/>
                  </a:moveTo>
                  <a:lnTo>
                    <a:pt x="26752000" y="304000"/>
                  </a:lnTo>
                </a:path>
                <a:path w="34276000" h="4202800" fill="none">
                  <a:moveTo>
                    <a:pt x="26919200" y="152000"/>
                  </a:moveTo>
                  <a:lnTo>
                    <a:pt x="26919200" y="304000"/>
                  </a:lnTo>
                </a:path>
                <a:path w="34276000" h="4202800" fill="none">
                  <a:moveTo>
                    <a:pt x="27086400" y="152000"/>
                  </a:moveTo>
                  <a:lnTo>
                    <a:pt x="27086400" y="304000"/>
                  </a:lnTo>
                </a:path>
                <a:path w="34276000" h="4202800" fill="none">
                  <a:moveTo>
                    <a:pt x="27253600" y="152000"/>
                  </a:moveTo>
                  <a:lnTo>
                    <a:pt x="27253600" y="304000"/>
                  </a:lnTo>
                </a:path>
                <a:path w="34276000" h="4202800" fill="none">
                  <a:moveTo>
                    <a:pt x="27420800" y="152000"/>
                  </a:moveTo>
                  <a:lnTo>
                    <a:pt x="27420800" y="304000"/>
                  </a:lnTo>
                </a:path>
                <a:path w="34276000" h="4202800" fill="none">
                  <a:moveTo>
                    <a:pt x="27588000" y="152000"/>
                  </a:moveTo>
                  <a:lnTo>
                    <a:pt x="27588000" y="304000"/>
                  </a:lnTo>
                </a:path>
                <a:path w="34276000" h="4202800" fill="none">
                  <a:moveTo>
                    <a:pt x="27755200" y="152000"/>
                  </a:moveTo>
                  <a:lnTo>
                    <a:pt x="27755200" y="304000"/>
                  </a:lnTo>
                </a:path>
                <a:path w="34276000" h="4202800" fill="none">
                  <a:moveTo>
                    <a:pt x="27922400" y="152000"/>
                  </a:moveTo>
                  <a:lnTo>
                    <a:pt x="27922400" y="304000"/>
                  </a:lnTo>
                </a:path>
                <a:path w="34276000" h="4202800" fill="none">
                  <a:moveTo>
                    <a:pt x="28089600" y="152000"/>
                  </a:moveTo>
                  <a:lnTo>
                    <a:pt x="28089600" y="304000"/>
                  </a:lnTo>
                </a:path>
                <a:path w="34276000" h="4202800" fill="none">
                  <a:moveTo>
                    <a:pt x="28256800" y="152000"/>
                  </a:moveTo>
                  <a:lnTo>
                    <a:pt x="28256800" y="304000"/>
                  </a:lnTo>
                </a:path>
                <a:path w="34276000" h="4202800" fill="none">
                  <a:moveTo>
                    <a:pt x="28424000" y="152000"/>
                  </a:moveTo>
                  <a:lnTo>
                    <a:pt x="28424000" y="304000"/>
                  </a:lnTo>
                </a:path>
                <a:path w="34276000" h="4202800" fill="none">
                  <a:moveTo>
                    <a:pt x="28591200" y="152000"/>
                  </a:moveTo>
                  <a:lnTo>
                    <a:pt x="28591200" y="304000"/>
                  </a:lnTo>
                </a:path>
                <a:path w="34276000" h="4202800" fill="none">
                  <a:moveTo>
                    <a:pt x="28758400" y="152000"/>
                  </a:moveTo>
                  <a:lnTo>
                    <a:pt x="28758400" y="304000"/>
                  </a:lnTo>
                </a:path>
                <a:path w="34276000" h="4202800" fill="none">
                  <a:moveTo>
                    <a:pt x="28925600" y="152000"/>
                  </a:moveTo>
                  <a:lnTo>
                    <a:pt x="28925600" y="304000"/>
                  </a:lnTo>
                </a:path>
                <a:path w="34276000" h="4202800" fill="none">
                  <a:moveTo>
                    <a:pt x="29092800" y="152000"/>
                  </a:moveTo>
                  <a:lnTo>
                    <a:pt x="29092800" y="304000"/>
                  </a:lnTo>
                </a:path>
                <a:path w="34276000" h="4202800" fill="none">
                  <a:moveTo>
                    <a:pt x="29260000" y="152000"/>
                  </a:moveTo>
                  <a:lnTo>
                    <a:pt x="29260000" y="304000"/>
                  </a:lnTo>
                </a:path>
                <a:path w="34276000" h="4202800" fill="none">
                  <a:moveTo>
                    <a:pt x="29427200" y="152000"/>
                  </a:moveTo>
                  <a:lnTo>
                    <a:pt x="29427200" y="304000"/>
                  </a:lnTo>
                </a:path>
                <a:path w="34276000" h="4202800" fill="none">
                  <a:moveTo>
                    <a:pt x="29594400" y="152000"/>
                  </a:moveTo>
                  <a:lnTo>
                    <a:pt x="29594400" y="304000"/>
                  </a:lnTo>
                </a:path>
                <a:path w="34276000" h="4202800" fill="none">
                  <a:moveTo>
                    <a:pt x="29761600" y="152000"/>
                  </a:moveTo>
                  <a:lnTo>
                    <a:pt x="29761600" y="304000"/>
                  </a:lnTo>
                </a:path>
                <a:path w="34276000" h="4202800" fill="none">
                  <a:moveTo>
                    <a:pt x="29928800" y="152000"/>
                  </a:moveTo>
                  <a:lnTo>
                    <a:pt x="29928800" y="304000"/>
                  </a:lnTo>
                </a:path>
                <a:path w="34276000" h="4202800" fill="none">
                  <a:moveTo>
                    <a:pt x="30096000" y="152000"/>
                  </a:moveTo>
                  <a:lnTo>
                    <a:pt x="30096000" y="304000"/>
                  </a:lnTo>
                </a:path>
                <a:path w="34276000" h="4202800" fill="none">
                  <a:moveTo>
                    <a:pt x="30263200" y="152000"/>
                  </a:moveTo>
                  <a:lnTo>
                    <a:pt x="30263200" y="304000"/>
                  </a:lnTo>
                </a:path>
                <a:path w="34276000" h="4202800" fill="none">
                  <a:moveTo>
                    <a:pt x="30430400" y="152000"/>
                  </a:moveTo>
                  <a:lnTo>
                    <a:pt x="30430400" y="304000"/>
                  </a:lnTo>
                </a:path>
                <a:path w="34276000" h="4202800" fill="none">
                  <a:moveTo>
                    <a:pt x="30597600" y="152000"/>
                  </a:moveTo>
                  <a:lnTo>
                    <a:pt x="30597600" y="304000"/>
                  </a:lnTo>
                </a:path>
                <a:path w="34276000" h="4202800" fill="none">
                  <a:moveTo>
                    <a:pt x="30764800" y="152000"/>
                  </a:moveTo>
                  <a:lnTo>
                    <a:pt x="30764800" y="304000"/>
                  </a:lnTo>
                </a:path>
                <a:path w="34276000" h="4202800" fill="none">
                  <a:moveTo>
                    <a:pt x="30932000" y="152000"/>
                  </a:moveTo>
                  <a:lnTo>
                    <a:pt x="30932000" y="304000"/>
                  </a:lnTo>
                </a:path>
                <a:path w="34276000" h="4202800" fill="none">
                  <a:moveTo>
                    <a:pt x="31099200" y="152000"/>
                  </a:moveTo>
                  <a:lnTo>
                    <a:pt x="31099200" y="304000"/>
                  </a:lnTo>
                </a:path>
                <a:path w="34276000" h="4202800" fill="none">
                  <a:moveTo>
                    <a:pt x="31266400" y="152000"/>
                  </a:moveTo>
                  <a:lnTo>
                    <a:pt x="31266400" y="304000"/>
                  </a:lnTo>
                </a:path>
                <a:path w="34276000" h="4202800" fill="none">
                  <a:moveTo>
                    <a:pt x="31433600" y="152000"/>
                  </a:moveTo>
                  <a:lnTo>
                    <a:pt x="31433600" y="304000"/>
                  </a:lnTo>
                </a:path>
                <a:path w="34276000" h="4202800" fill="none">
                  <a:moveTo>
                    <a:pt x="31600800" y="152000"/>
                  </a:moveTo>
                  <a:lnTo>
                    <a:pt x="31600800" y="304000"/>
                  </a:lnTo>
                </a:path>
                <a:path w="34276000" h="4202800" fill="none">
                  <a:moveTo>
                    <a:pt x="31768000" y="152000"/>
                  </a:moveTo>
                  <a:lnTo>
                    <a:pt x="31768000" y="304000"/>
                  </a:lnTo>
                </a:path>
                <a:path w="34276000" h="4202800" fill="none">
                  <a:moveTo>
                    <a:pt x="31935200" y="152000"/>
                  </a:moveTo>
                  <a:lnTo>
                    <a:pt x="31935200" y="304000"/>
                  </a:lnTo>
                </a:path>
                <a:path w="34276000" h="4202800" fill="none">
                  <a:moveTo>
                    <a:pt x="32102400" y="152000"/>
                  </a:moveTo>
                  <a:lnTo>
                    <a:pt x="32102400" y="304000"/>
                  </a:lnTo>
                </a:path>
                <a:path w="34276000" h="4202800" fill="none">
                  <a:moveTo>
                    <a:pt x="32269600" y="152000"/>
                  </a:moveTo>
                  <a:lnTo>
                    <a:pt x="32269600" y="304000"/>
                  </a:lnTo>
                </a:path>
                <a:path w="34276000" h="4202800" fill="none">
                  <a:moveTo>
                    <a:pt x="32436800" y="152000"/>
                  </a:moveTo>
                  <a:lnTo>
                    <a:pt x="32436800" y="304000"/>
                  </a:lnTo>
                </a:path>
                <a:path w="34276000" h="4202800" fill="none">
                  <a:moveTo>
                    <a:pt x="32604000" y="152000"/>
                  </a:moveTo>
                  <a:lnTo>
                    <a:pt x="32604000" y="304000"/>
                  </a:lnTo>
                </a:path>
                <a:path w="34276000" h="4202800" fill="none">
                  <a:moveTo>
                    <a:pt x="32771200" y="152000"/>
                  </a:moveTo>
                  <a:lnTo>
                    <a:pt x="32771200" y="304000"/>
                  </a:lnTo>
                </a:path>
                <a:path w="34276000" h="4202800" fill="none">
                  <a:moveTo>
                    <a:pt x="32938400" y="152000"/>
                  </a:moveTo>
                  <a:lnTo>
                    <a:pt x="32938400" y="304000"/>
                  </a:lnTo>
                </a:path>
                <a:path w="34276000" h="4202800" fill="none">
                  <a:moveTo>
                    <a:pt x="33105600" y="152000"/>
                  </a:moveTo>
                  <a:lnTo>
                    <a:pt x="33105600" y="304000"/>
                  </a:lnTo>
                </a:path>
                <a:path w="34276000" h="4202800" fill="none">
                  <a:moveTo>
                    <a:pt x="33272800" y="152000"/>
                  </a:moveTo>
                  <a:lnTo>
                    <a:pt x="33272800" y="304000"/>
                  </a:lnTo>
                </a:path>
                <a:path w="34276000" h="4202800" fill="none">
                  <a:moveTo>
                    <a:pt x="33440000" y="152000"/>
                  </a:moveTo>
                  <a:lnTo>
                    <a:pt x="33440000" y="304000"/>
                  </a:lnTo>
                </a:path>
                <a:path w="34276000" h="4202800" fill="none">
                  <a:moveTo>
                    <a:pt x="33607200" y="152000"/>
                  </a:moveTo>
                  <a:lnTo>
                    <a:pt x="33607200" y="304000"/>
                  </a:lnTo>
                </a:path>
                <a:path w="34276000" h="4202800" fill="none">
                  <a:moveTo>
                    <a:pt x="33774400" y="152000"/>
                  </a:moveTo>
                  <a:lnTo>
                    <a:pt x="33774400" y="304000"/>
                  </a:lnTo>
                </a:path>
                <a:path w="34276000" h="4202800" fill="none">
                  <a:moveTo>
                    <a:pt x="33941600" y="152000"/>
                  </a:moveTo>
                  <a:lnTo>
                    <a:pt x="33941600" y="304000"/>
                  </a:lnTo>
                </a:path>
                <a:path w="34276000" h="4202800" fill="none">
                  <a:moveTo>
                    <a:pt x="34108800" y="152000"/>
                  </a:moveTo>
                  <a:lnTo>
                    <a:pt x="34108800" y="304000"/>
                  </a:lnTo>
                </a:path>
                <a:path w="34276000" h="4202800" fill="none">
                  <a:moveTo>
                    <a:pt x="334400" y="0"/>
                  </a:moveTo>
                  <a:lnTo>
                    <a:pt x="334400" y="4202800"/>
                  </a:lnTo>
                </a:path>
                <a:path w="34276000" h="4202800" fill="none">
                  <a:moveTo>
                    <a:pt x="1702400" y="0"/>
                  </a:moveTo>
                  <a:lnTo>
                    <a:pt x="1702400" y="4202800"/>
                  </a:lnTo>
                </a:path>
                <a:path w="34276000" h="4202800" fill="none">
                  <a:moveTo>
                    <a:pt x="2394000" y="0"/>
                  </a:moveTo>
                  <a:lnTo>
                    <a:pt x="2394000" y="4202800"/>
                  </a:lnTo>
                </a:path>
                <a:path w="34276000" h="4202800" fill="none">
                  <a:moveTo>
                    <a:pt x="3146400" y="0"/>
                  </a:moveTo>
                  <a:lnTo>
                    <a:pt x="3146400" y="4202800"/>
                  </a:lnTo>
                </a:path>
                <a:path w="34276000" h="4202800" fill="none">
                  <a:moveTo>
                    <a:pt x="3708800" y="0"/>
                  </a:moveTo>
                  <a:lnTo>
                    <a:pt x="3708800" y="4202800"/>
                  </a:lnTo>
                </a:path>
                <a:path w="34276000" h="4202800" fill="none">
                  <a:moveTo>
                    <a:pt x="4347200" y="0"/>
                  </a:moveTo>
                  <a:lnTo>
                    <a:pt x="4347200" y="4202800"/>
                  </a:lnTo>
                </a:path>
                <a:path w="34276000" h="4202800" fill="none">
                  <a:moveTo>
                    <a:pt x="0" y="304000"/>
                  </a:moveTo>
                  <a:lnTo>
                    <a:pt x="34276000" y="304000"/>
                  </a:lnTo>
                </a:path>
                <a:path w="34276000" h="4202800" fill="none">
                  <a:moveTo>
                    <a:pt x="0" y="608000"/>
                  </a:moveTo>
                  <a:lnTo>
                    <a:pt x="34276000" y="608000"/>
                  </a:lnTo>
                </a:path>
                <a:path w="34276000" h="4202800" fill="none">
                  <a:moveTo>
                    <a:pt x="0" y="912000"/>
                  </a:moveTo>
                  <a:lnTo>
                    <a:pt x="34276000" y="912000"/>
                  </a:lnTo>
                </a:path>
                <a:path w="34276000" h="4202800" fill="none">
                  <a:moveTo>
                    <a:pt x="0" y="1216000"/>
                  </a:moveTo>
                  <a:lnTo>
                    <a:pt x="34276000" y="1216000"/>
                  </a:lnTo>
                </a:path>
                <a:path w="34276000" h="4202800" fill="none">
                  <a:moveTo>
                    <a:pt x="0" y="1520000"/>
                  </a:moveTo>
                  <a:lnTo>
                    <a:pt x="34276000" y="1520000"/>
                  </a:lnTo>
                </a:path>
                <a:path w="34276000" h="4202800" fill="none">
                  <a:moveTo>
                    <a:pt x="0" y="1824000"/>
                  </a:moveTo>
                  <a:lnTo>
                    <a:pt x="34276000" y="1824000"/>
                  </a:lnTo>
                </a:path>
                <a:path w="34276000" h="4202800" fill="none">
                  <a:moveTo>
                    <a:pt x="0" y="2128000"/>
                  </a:moveTo>
                  <a:lnTo>
                    <a:pt x="34276000" y="2128000"/>
                  </a:lnTo>
                </a:path>
                <a:path w="34276000" h="4202800" fill="none">
                  <a:moveTo>
                    <a:pt x="0" y="2432000"/>
                  </a:moveTo>
                  <a:lnTo>
                    <a:pt x="34276000" y="2432000"/>
                  </a:lnTo>
                </a:path>
                <a:path w="34276000" h="4202800" fill="none">
                  <a:moveTo>
                    <a:pt x="0" y="2736000"/>
                  </a:moveTo>
                  <a:lnTo>
                    <a:pt x="34276000" y="2736000"/>
                  </a:lnTo>
                </a:path>
                <a:path w="34276000" h="4202800" fill="none">
                  <a:moveTo>
                    <a:pt x="0" y="2986800"/>
                  </a:moveTo>
                  <a:lnTo>
                    <a:pt x="34276000" y="2986800"/>
                  </a:lnTo>
                </a:path>
                <a:path w="34276000" h="4202800" fill="none">
                  <a:moveTo>
                    <a:pt x="0" y="3290800"/>
                  </a:moveTo>
                  <a:lnTo>
                    <a:pt x="34276000" y="3290800"/>
                  </a:lnTo>
                </a:path>
                <a:path w="34276000" h="4202800" fill="none">
                  <a:moveTo>
                    <a:pt x="0" y="3594800"/>
                  </a:moveTo>
                  <a:lnTo>
                    <a:pt x="34276000" y="3594800"/>
                  </a:lnTo>
                </a:path>
                <a:path w="34276000" h="4202800" fill="none">
                  <a:moveTo>
                    <a:pt x="0" y="3898800"/>
                  </a:moveTo>
                  <a:lnTo>
                    <a:pt x="34276000" y="3898800"/>
                  </a:lnTo>
                </a:path>
              </a:pathLst>
            </a:custGeom>
            <a:ln w="7600" cap="flat">
              <a:solidFill>
                <a:srgbClr val="EBEBEB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5" name="rect">
              <a:extLst>
                <a:ext uri="{FF2B5EF4-FFF2-40B4-BE49-F238E27FC236}">
                  <a16:creationId xmlns:a16="http://schemas.microsoft.com/office/drawing/2014/main" id="{AA0B74F2-B438-3B1A-BF8A-EA1B3CD80641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prstGeom prst="rect">
              <a:avLst/>
            </a:prstGeom>
            <a:noFill/>
            <a:ln w="7600" cap="flat">
              <a:solidFill>
                <a:srgbClr val="EBEBEB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6" name="lines">
              <a:extLst>
                <a:ext uri="{FF2B5EF4-FFF2-40B4-BE49-F238E27FC236}">
                  <a16:creationId xmlns:a16="http://schemas.microsoft.com/office/drawing/2014/main" id="{FAE74E25-34AA-0704-4151-1A1E82251900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9697600" y="760000"/>
                  </a:moveTo>
                  <a:lnTo>
                    <a:pt x="9720400" y="760000"/>
                  </a:lnTo>
                  <a:lnTo>
                    <a:pt x="9720400" y="10260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lines">
              <a:extLst>
                <a:ext uri="{FF2B5EF4-FFF2-40B4-BE49-F238E27FC236}">
                  <a16:creationId xmlns:a16="http://schemas.microsoft.com/office/drawing/2014/main" id="{314C8DE1-E528-8A85-FF06-B6CF1B914AD9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9697600" y="760000"/>
                  </a:moveTo>
                  <a:lnTo>
                    <a:pt x="9720400" y="760000"/>
                  </a:lnTo>
                  <a:lnTo>
                    <a:pt x="9720400" y="13300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lines">
              <a:extLst>
                <a:ext uri="{FF2B5EF4-FFF2-40B4-BE49-F238E27FC236}">
                  <a16:creationId xmlns:a16="http://schemas.microsoft.com/office/drawing/2014/main" id="{08F8DDF4-852A-A585-D05F-22F0CA8DD612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12038400" y="456000"/>
                  </a:moveTo>
                  <a:lnTo>
                    <a:pt x="16575600" y="456000"/>
                  </a:lnTo>
                  <a:lnTo>
                    <a:pt x="16575600" y="19380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9" name="lines">
              <a:extLst>
                <a:ext uri="{FF2B5EF4-FFF2-40B4-BE49-F238E27FC236}">
                  <a16:creationId xmlns:a16="http://schemas.microsoft.com/office/drawing/2014/main" id="{5B01FF23-6331-1D7B-BFBF-F6C376EE8F4A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21234400" y="1976000"/>
                  </a:moveTo>
                  <a:lnTo>
                    <a:pt x="21257200" y="1976000"/>
                  </a:lnTo>
                  <a:lnTo>
                    <a:pt x="21257200" y="31008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lines">
              <a:extLst>
                <a:ext uri="{FF2B5EF4-FFF2-40B4-BE49-F238E27FC236}">
                  <a16:creationId xmlns:a16="http://schemas.microsoft.com/office/drawing/2014/main" id="{BBA8B1D3-146C-B996-95BE-B45F274F7D88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23575200" y="3442800"/>
                  </a:moveTo>
                  <a:lnTo>
                    <a:pt x="23598000" y="3442800"/>
                  </a:lnTo>
                  <a:lnTo>
                    <a:pt x="23598000" y="37088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1" name="lines">
              <a:extLst>
                <a:ext uri="{FF2B5EF4-FFF2-40B4-BE49-F238E27FC236}">
                  <a16:creationId xmlns:a16="http://schemas.microsoft.com/office/drawing/2014/main" id="{5214CD46-1F84-5237-AF6D-9511A5D21B5A}"/>
                </a:ext>
              </a:extLst>
            </p:cNvPr>
            <p:cNvSpPr/>
            <p:nvPr/>
          </p:nvSpPr>
          <p:spPr>
            <a:xfrm>
              <a:off x="-11038200" y="1331400"/>
              <a:ext cx="34276000" cy="4202800"/>
            </a:xfrm>
            <a:custGeom>
              <a:avLst/>
              <a:gdLst/>
              <a:ahLst/>
              <a:cxnLst/>
              <a:rect l="0" t="0" r="0" b="0"/>
              <a:pathLst>
                <a:path w="34276000" h="4202800">
                  <a:moveTo>
                    <a:pt x="25916000" y="3138800"/>
                  </a:moveTo>
                  <a:lnTo>
                    <a:pt x="25938800" y="3138800"/>
                  </a:lnTo>
                  <a:lnTo>
                    <a:pt x="25938800" y="4012800"/>
                  </a:lnTo>
                </a:path>
              </a:pathLst>
            </a:custGeom>
            <a:noFill/>
            <a:ln w="3800" cap="flat">
              <a:solidFill>
                <a:srgbClr val="4280CB"/>
              </a:solidFill>
              <a:miter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7398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E8A99-4408-B0F3-314C-B3F4C049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5ED1B-E1B5-E6D1-F6C2-2FCC23E67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Developers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F40DF-34C1-4F49-2D4D-11A6A75E2D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Fatma Ahmed </a:t>
            </a:r>
            <a:r>
              <a:rPr lang="en-US" dirty="0" err="1"/>
              <a:t>Elawady</a:t>
            </a:r>
            <a:endParaRPr lang="en-US" dirty="0"/>
          </a:p>
          <a:p>
            <a:r>
              <a:rPr lang="en-US" dirty="0"/>
              <a:t>Hassan Abd </a:t>
            </a:r>
            <a:r>
              <a:rPr lang="en-US" dirty="0" err="1"/>
              <a:t>Elsalam</a:t>
            </a:r>
            <a:endParaRPr lang="en-US" dirty="0"/>
          </a:p>
          <a:p>
            <a:r>
              <a:rPr lang="en-US" dirty="0"/>
              <a:t>Hagar Mohamed</a:t>
            </a:r>
          </a:p>
          <a:p>
            <a:r>
              <a:rPr lang="en-US" dirty="0"/>
              <a:t>Andrew Emad</a:t>
            </a:r>
          </a:p>
          <a:p>
            <a:r>
              <a:rPr lang="en-US" dirty="0"/>
              <a:t>Zyad </a:t>
            </a:r>
            <a:r>
              <a:rPr lang="en-US" dirty="0" err="1"/>
              <a:t>Refaie</a:t>
            </a:r>
            <a:r>
              <a:rPr lang="en-US" dirty="0"/>
              <a:t> Abu </a:t>
            </a:r>
            <a:r>
              <a:rPr lang="en-US" dirty="0" err="1"/>
              <a:t>Alftooh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F5DEB-F33F-598D-EEAD-801DC767B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Developers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01FDD-5E55-AF7B-A96B-6EDC732544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Basel Mohamed Mostafa</a:t>
            </a:r>
          </a:p>
          <a:p>
            <a:r>
              <a:rPr lang="en-US" dirty="0"/>
              <a:t>Hussein Hisham Ali</a:t>
            </a:r>
          </a:p>
          <a:p>
            <a:r>
              <a:rPr lang="en-US" dirty="0"/>
              <a:t>Mohamed Ahmed Abd Elnour</a:t>
            </a:r>
          </a:p>
          <a:p>
            <a:r>
              <a:rPr lang="en-US" dirty="0"/>
              <a:t>Abdullah Sayed Mohamed</a:t>
            </a:r>
          </a:p>
          <a:p>
            <a:r>
              <a:rPr lang="en-US" dirty="0"/>
              <a:t>Mariam Nashaat Bishry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70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B244-B1B8-DA84-E4D6-1C79FF76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Learning &amp; Researching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FD45A-2260-68BB-151A-9DBC95E68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Developers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12009-11CA-8133-72DF-40A524F79C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 3 or C# or C++.</a:t>
            </a:r>
          </a:p>
          <a:p>
            <a:r>
              <a:rPr lang="en-US" dirty="0" err="1"/>
              <a:t>PyQT</a:t>
            </a:r>
            <a:r>
              <a:rPr lang="en-US" dirty="0"/>
              <a:t> (core software development).</a:t>
            </a:r>
          </a:p>
          <a:p>
            <a:r>
              <a:rPr lang="en-US" dirty="0" err="1"/>
              <a:t>Pytts</a:t>
            </a:r>
            <a:r>
              <a:rPr lang="en-US" dirty="0"/>
              <a:t> and other related libraries.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12570-D173-37EC-03E7-8B6C4DFCE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Developers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F03A2-8779-27C4-D446-336A26C21A7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Python 3.</a:t>
            </a:r>
          </a:p>
          <a:p>
            <a:r>
              <a:rPr lang="en-US" dirty="0"/>
              <a:t>Computer Vision (CNNs – Object Detection – Image Segmentation &amp; other Techniques).</a:t>
            </a:r>
          </a:p>
          <a:p>
            <a:r>
              <a:rPr lang="en-US" dirty="0"/>
              <a:t>OpenCV.</a:t>
            </a:r>
          </a:p>
        </p:txBody>
      </p:sp>
    </p:spTree>
    <p:extLst>
      <p:ext uri="{BB962C8B-B14F-4D97-AF65-F5344CB8AC3E}">
        <p14:creationId xmlns:p14="http://schemas.microsoft.com/office/powerpoint/2010/main" val="20354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CE5841-C184-4A70-A609-5FE4A5078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67208-1574-1B7C-6E2D-10B72D49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66928"/>
            <a:ext cx="4068849" cy="5275943"/>
          </a:xfrm>
        </p:spPr>
        <p:txBody>
          <a:bodyPr anchor="t">
            <a:normAutofit/>
          </a:bodyPr>
          <a:lstStyle/>
          <a:p>
            <a:r>
              <a:rPr lang="en-US" dirty="0"/>
              <a:t>Expected outcomes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D0D6B-3422-7F54-FDA7-586A0272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504" y="566927"/>
            <a:ext cx="5818248" cy="5275943"/>
          </a:xfrm>
        </p:spPr>
        <p:txBody>
          <a:bodyPr>
            <a:normAutofit/>
          </a:bodyPr>
          <a:lstStyle/>
          <a:p>
            <a:r>
              <a:rPr lang="en-US" sz="2000"/>
              <a:t>Technical Deliverables:</a:t>
            </a:r>
          </a:p>
          <a:p>
            <a:pPr marL="0" indent="0">
              <a:buNone/>
            </a:pPr>
            <a:r>
              <a:rPr lang="en-US" sz="2000"/>
              <a:t>1. Working eye-tracking prototype</a:t>
            </a:r>
          </a:p>
          <a:p>
            <a:pPr marL="0" indent="0">
              <a:buNone/>
            </a:pPr>
            <a:r>
              <a:rPr lang="en-US" sz="2000"/>
              <a:t>2. Optimized virtual keyboard software</a:t>
            </a:r>
          </a:p>
          <a:p>
            <a:pPr marL="0" indent="0">
              <a:buNone/>
            </a:pPr>
            <a:r>
              <a:rPr lang="en-US" sz="2000"/>
              <a:t>3. Portable hardware unit</a:t>
            </a:r>
          </a:p>
          <a:p>
            <a:pPr marL="0" indent="0">
              <a:buNone/>
            </a:pPr>
            <a:r>
              <a:rPr lang="en-US" sz="2000"/>
              <a:t>4. Comprehensive documentation</a:t>
            </a:r>
          </a:p>
          <a:p>
            <a:endParaRPr lang="en-US" sz="2000"/>
          </a:p>
          <a:p>
            <a:r>
              <a:rPr lang="en-US" sz="2000"/>
              <a:t>Social Impact:</a:t>
            </a:r>
          </a:p>
          <a:p>
            <a:pPr marL="0" indent="0">
              <a:buNone/>
            </a:pPr>
            <a:r>
              <a:rPr lang="en-US" sz="2000"/>
              <a:t>- Affordable communication solution</a:t>
            </a:r>
          </a:p>
          <a:p>
            <a:pPr marL="0" indent="0">
              <a:buNone/>
            </a:pPr>
            <a:r>
              <a:rPr lang="en-US" sz="2000"/>
              <a:t>- Open-source potential</a:t>
            </a:r>
          </a:p>
          <a:p>
            <a:pPr marL="0" indent="0">
              <a:buNone/>
            </a:pPr>
            <a:r>
              <a:rPr lang="en-US" sz="2000"/>
              <a:t>- Improved quality of life for users</a:t>
            </a:r>
          </a:p>
          <a:p>
            <a:pPr marL="0" indent="0">
              <a:buNone/>
            </a:pPr>
            <a:r>
              <a:rPr lang="en-US" sz="2000"/>
              <a:t>- Foundation for future enhancements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16936" y="4000284"/>
            <a:ext cx="54864" cy="420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539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0844D6-F81A-E387-19DA-0AEA7D5321A6}"/>
              </a:ext>
            </a:extLst>
          </p:cNvPr>
          <p:cNvSpPr/>
          <p:nvPr/>
        </p:nvSpPr>
        <p:spPr>
          <a:xfrm>
            <a:off x="3215230" y="2646369"/>
            <a:ext cx="5761539" cy="126836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69458-955A-7BA9-888B-C84F779A2A17}"/>
              </a:ext>
            </a:extLst>
          </p:cNvPr>
          <p:cNvSpPr txBox="1"/>
          <p:nvPr/>
        </p:nvSpPr>
        <p:spPr>
          <a:xfrm>
            <a:off x="2941319" y="2818884"/>
            <a:ext cx="6309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</a:rPr>
              <a:t>End of Lecture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231F0-0846-0CAB-7DD5-8EEE72AF9C16}"/>
              </a:ext>
            </a:extLst>
          </p:cNvPr>
          <p:cNvSpPr txBox="1"/>
          <p:nvPr/>
        </p:nvSpPr>
        <p:spPr>
          <a:xfrm>
            <a:off x="2880769" y="408724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92D05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233484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1298</Words>
  <Application>Microsoft Office PowerPoint</Application>
  <PresentationFormat>Widescreen</PresentationFormat>
  <Paragraphs>368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Avenir Next LT Pro</vt:lpstr>
      <vt:lpstr>Calibri</vt:lpstr>
      <vt:lpstr>AccentBoxVTI</vt:lpstr>
      <vt:lpstr>EyeTalk</vt:lpstr>
      <vt:lpstr>Challenges</vt:lpstr>
      <vt:lpstr>Solution</vt:lpstr>
      <vt:lpstr>Project Architecture / Block Diagram</vt:lpstr>
      <vt:lpstr>Hardware stack</vt:lpstr>
      <vt:lpstr>Software stack</vt:lpstr>
      <vt:lpstr>Project Roadmap (Gantt chart)</vt:lpstr>
      <vt:lpstr>Project Road map</vt:lpstr>
      <vt:lpstr>Team structure</vt:lpstr>
      <vt:lpstr>Team Learning &amp; Researching Objectives</vt:lpstr>
      <vt:lpstr>Expected outcomes &amp;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eng.2021001</dc:creator>
  <cp:lastModifiedBy>eng.2021001</cp:lastModifiedBy>
  <cp:revision>9</cp:revision>
  <dcterms:created xsi:type="dcterms:W3CDTF">2025-10-29T15:05:51Z</dcterms:created>
  <dcterms:modified xsi:type="dcterms:W3CDTF">2025-10-31T12:38:50Z</dcterms:modified>
</cp:coreProperties>
</file>