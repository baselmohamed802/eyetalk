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8" r:id="rId1"/>
  </p:sldMasterIdLst>
  <p:notesMasterIdLst>
    <p:notesMasterId r:id="rId14"/>
  </p:notesMasterIdLst>
  <p:sldIdLst>
    <p:sldId id="256" r:id="rId2"/>
    <p:sldId id="257" r:id="rId3"/>
    <p:sldId id="258" r:id="rId4"/>
    <p:sldId id="269" r:id="rId5"/>
    <p:sldId id="270" r:id="rId6"/>
    <p:sldId id="260" r:id="rId7"/>
    <p:sldId id="271" r:id="rId8"/>
    <p:sldId id="273" r:id="rId9"/>
    <p:sldId id="274" r:id="rId10"/>
    <p:sldId id="265" r:id="rId11"/>
    <p:sldId id="267" r:id="rId12"/>
    <p:sldId id="263"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19799BE-5780-4B6F-B05B-CEB9830839AF}" type="doc">
      <dgm:prSet loTypeId="urn:microsoft.com/office/officeart/2005/8/layout/vProcess5" loCatId="process" qsTypeId="urn:microsoft.com/office/officeart/2005/8/quickstyle/simple1" qsCatId="simple" csTypeId="urn:microsoft.com/office/officeart/2005/8/colors/colorful2" csCatId="colorful"/>
      <dgm:spPr/>
      <dgm:t>
        <a:bodyPr/>
        <a:lstStyle/>
        <a:p>
          <a:endParaRPr lang="en-US"/>
        </a:p>
      </dgm:t>
    </dgm:pt>
    <dgm:pt modelId="{920FA002-BECD-4C9A-B25C-9D21BD3EB1D9}">
      <dgm:prSet/>
      <dgm:spPr/>
      <dgm:t>
        <a:bodyPr/>
        <a:lstStyle/>
        <a:p>
          <a:r>
            <a:rPr lang="en-US"/>
            <a:t>Fully disabled individuals (ALS, Paralysis, locked-in syndrome) lose the miracle of communication.</a:t>
          </a:r>
        </a:p>
      </dgm:t>
    </dgm:pt>
    <dgm:pt modelId="{C0DE9851-FB2D-4B16-B72C-FE0BDB819C5E}" type="parTrans" cxnId="{54815873-FF18-42B2-94D7-5E0E26B582B0}">
      <dgm:prSet/>
      <dgm:spPr/>
      <dgm:t>
        <a:bodyPr/>
        <a:lstStyle/>
        <a:p>
          <a:endParaRPr lang="en-US"/>
        </a:p>
      </dgm:t>
    </dgm:pt>
    <dgm:pt modelId="{3528C065-D83E-4E7E-B91B-C1F5A2EC5769}" type="sibTrans" cxnId="{54815873-FF18-42B2-94D7-5E0E26B582B0}">
      <dgm:prSet phldrT="01" phldr="0"/>
      <dgm:spPr/>
      <dgm:t>
        <a:bodyPr/>
        <a:lstStyle/>
        <a:p>
          <a:r>
            <a:rPr lang="en-US"/>
            <a:t>01</a:t>
          </a:r>
        </a:p>
      </dgm:t>
    </dgm:pt>
    <dgm:pt modelId="{0ADD596A-301B-498C-A621-68541C98862D}">
      <dgm:prSet/>
      <dgm:spPr/>
      <dgm:t>
        <a:bodyPr/>
        <a:lstStyle/>
        <a:p>
          <a:r>
            <a:rPr lang="en-US"/>
            <a:t>Existing solutions are often bulky and expensive.</a:t>
          </a:r>
        </a:p>
      </dgm:t>
    </dgm:pt>
    <dgm:pt modelId="{8EE4A56F-64E0-4810-B150-5B5089840393}" type="parTrans" cxnId="{6EEA0937-8AE9-451D-8567-2FC711087DF5}">
      <dgm:prSet/>
      <dgm:spPr/>
      <dgm:t>
        <a:bodyPr/>
        <a:lstStyle/>
        <a:p>
          <a:endParaRPr lang="en-US"/>
        </a:p>
      </dgm:t>
    </dgm:pt>
    <dgm:pt modelId="{5A9E5D47-80EE-4DEE-AAE4-616A264D5889}" type="sibTrans" cxnId="{6EEA0937-8AE9-451D-8567-2FC711087DF5}">
      <dgm:prSet phldrT="02" phldr="0"/>
      <dgm:spPr/>
      <dgm:t>
        <a:bodyPr/>
        <a:lstStyle/>
        <a:p>
          <a:r>
            <a:rPr lang="en-US"/>
            <a:t>02</a:t>
          </a:r>
        </a:p>
      </dgm:t>
    </dgm:pt>
    <dgm:pt modelId="{BBAD85AC-8609-4C50-A1F8-F016F3551ECE}">
      <dgm:prSet/>
      <dgm:spPr/>
      <dgm:t>
        <a:bodyPr/>
        <a:lstStyle/>
        <a:p>
          <a:r>
            <a:rPr lang="en-US"/>
            <a:t>Limited access to affordable communication technology in Egypt.</a:t>
          </a:r>
        </a:p>
      </dgm:t>
    </dgm:pt>
    <dgm:pt modelId="{67250CB7-DAE3-4DBB-AAF9-D88B1EE2E3C4}" type="parTrans" cxnId="{371425D4-12D6-425C-80EC-A3A6E532D33B}">
      <dgm:prSet/>
      <dgm:spPr/>
      <dgm:t>
        <a:bodyPr/>
        <a:lstStyle/>
        <a:p>
          <a:endParaRPr lang="en-US"/>
        </a:p>
      </dgm:t>
    </dgm:pt>
    <dgm:pt modelId="{AB4041F6-D175-4FFF-80E2-433727551D91}" type="sibTrans" cxnId="{371425D4-12D6-425C-80EC-A3A6E532D33B}">
      <dgm:prSet phldrT="03" phldr="0"/>
      <dgm:spPr/>
      <dgm:t>
        <a:bodyPr/>
        <a:lstStyle/>
        <a:p>
          <a:endParaRPr lang="en-US"/>
        </a:p>
      </dgm:t>
    </dgm:pt>
    <dgm:pt modelId="{70F9A86F-118B-4BC5-82B6-A56DFD2D92FE}" type="pres">
      <dgm:prSet presAssocID="{919799BE-5780-4B6F-B05B-CEB9830839AF}" presName="outerComposite" presStyleCnt="0">
        <dgm:presLayoutVars>
          <dgm:chMax val="5"/>
          <dgm:dir/>
          <dgm:resizeHandles val="exact"/>
        </dgm:presLayoutVars>
      </dgm:prSet>
      <dgm:spPr/>
    </dgm:pt>
    <dgm:pt modelId="{C6925B21-5D02-4999-B4E8-09B40B3AF4E8}" type="pres">
      <dgm:prSet presAssocID="{919799BE-5780-4B6F-B05B-CEB9830839AF}" presName="dummyMaxCanvas" presStyleCnt="0">
        <dgm:presLayoutVars/>
      </dgm:prSet>
      <dgm:spPr/>
    </dgm:pt>
    <dgm:pt modelId="{20D41E51-2343-4D2D-8AE1-146CB4FFA78A}" type="pres">
      <dgm:prSet presAssocID="{919799BE-5780-4B6F-B05B-CEB9830839AF}" presName="ThreeNodes_1" presStyleLbl="node1" presStyleIdx="0" presStyleCnt="3">
        <dgm:presLayoutVars>
          <dgm:bulletEnabled val="1"/>
        </dgm:presLayoutVars>
      </dgm:prSet>
      <dgm:spPr/>
    </dgm:pt>
    <dgm:pt modelId="{C801287F-5B44-4CAD-8309-5EFF1BEF6B79}" type="pres">
      <dgm:prSet presAssocID="{919799BE-5780-4B6F-B05B-CEB9830839AF}" presName="ThreeNodes_2" presStyleLbl="node1" presStyleIdx="1" presStyleCnt="3">
        <dgm:presLayoutVars>
          <dgm:bulletEnabled val="1"/>
        </dgm:presLayoutVars>
      </dgm:prSet>
      <dgm:spPr/>
    </dgm:pt>
    <dgm:pt modelId="{35D22B92-E912-4DCA-8C3D-646B9215934C}" type="pres">
      <dgm:prSet presAssocID="{919799BE-5780-4B6F-B05B-CEB9830839AF}" presName="ThreeNodes_3" presStyleLbl="node1" presStyleIdx="2" presStyleCnt="3">
        <dgm:presLayoutVars>
          <dgm:bulletEnabled val="1"/>
        </dgm:presLayoutVars>
      </dgm:prSet>
      <dgm:spPr/>
    </dgm:pt>
    <dgm:pt modelId="{D3279934-403A-43A7-B95B-E2181228F4D7}" type="pres">
      <dgm:prSet presAssocID="{919799BE-5780-4B6F-B05B-CEB9830839AF}" presName="ThreeConn_1-2" presStyleLbl="fgAccFollowNode1" presStyleIdx="0" presStyleCnt="2">
        <dgm:presLayoutVars>
          <dgm:bulletEnabled val="1"/>
        </dgm:presLayoutVars>
      </dgm:prSet>
      <dgm:spPr/>
    </dgm:pt>
    <dgm:pt modelId="{60296135-51A7-4511-BAEC-D878AA3463C8}" type="pres">
      <dgm:prSet presAssocID="{919799BE-5780-4B6F-B05B-CEB9830839AF}" presName="ThreeConn_2-3" presStyleLbl="fgAccFollowNode1" presStyleIdx="1" presStyleCnt="2">
        <dgm:presLayoutVars>
          <dgm:bulletEnabled val="1"/>
        </dgm:presLayoutVars>
      </dgm:prSet>
      <dgm:spPr/>
    </dgm:pt>
    <dgm:pt modelId="{1D7CC99B-A0CA-4728-B43B-AAB08EEA943A}" type="pres">
      <dgm:prSet presAssocID="{919799BE-5780-4B6F-B05B-CEB9830839AF}" presName="ThreeNodes_1_text" presStyleLbl="node1" presStyleIdx="2" presStyleCnt="3">
        <dgm:presLayoutVars>
          <dgm:bulletEnabled val="1"/>
        </dgm:presLayoutVars>
      </dgm:prSet>
      <dgm:spPr/>
    </dgm:pt>
    <dgm:pt modelId="{B9FA0A1A-D715-41B4-9C19-CDFAC2653BB4}" type="pres">
      <dgm:prSet presAssocID="{919799BE-5780-4B6F-B05B-CEB9830839AF}" presName="ThreeNodes_2_text" presStyleLbl="node1" presStyleIdx="2" presStyleCnt="3">
        <dgm:presLayoutVars>
          <dgm:bulletEnabled val="1"/>
        </dgm:presLayoutVars>
      </dgm:prSet>
      <dgm:spPr/>
    </dgm:pt>
    <dgm:pt modelId="{8D346B29-69AB-4D1D-8A69-BF654910A2F6}" type="pres">
      <dgm:prSet presAssocID="{919799BE-5780-4B6F-B05B-CEB9830839AF}" presName="ThreeNodes_3_text" presStyleLbl="node1" presStyleIdx="2" presStyleCnt="3">
        <dgm:presLayoutVars>
          <dgm:bulletEnabled val="1"/>
        </dgm:presLayoutVars>
      </dgm:prSet>
      <dgm:spPr/>
    </dgm:pt>
  </dgm:ptLst>
  <dgm:cxnLst>
    <dgm:cxn modelId="{6EEA0937-8AE9-451D-8567-2FC711087DF5}" srcId="{919799BE-5780-4B6F-B05B-CEB9830839AF}" destId="{0ADD596A-301B-498C-A621-68541C98862D}" srcOrd="1" destOrd="0" parTransId="{8EE4A56F-64E0-4810-B150-5B5089840393}" sibTransId="{5A9E5D47-80EE-4DEE-AAE4-616A264D5889}"/>
    <dgm:cxn modelId="{451CC838-DF53-46DE-B9B7-2FDB1F888DC7}" type="presOf" srcId="{3528C065-D83E-4E7E-B91B-C1F5A2EC5769}" destId="{D3279934-403A-43A7-B95B-E2181228F4D7}" srcOrd="0" destOrd="0" presId="urn:microsoft.com/office/officeart/2005/8/layout/vProcess5"/>
    <dgm:cxn modelId="{8D9C5C3F-DB2D-4E25-8064-110D05708CE6}" type="presOf" srcId="{920FA002-BECD-4C9A-B25C-9D21BD3EB1D9}" destId="{1D7CC99B-A0CA-4728-B43B-AAB08EEA943A}" srcOrd="1" destOrd="0" presId="urn:microsoft.com/office/officeart/2005/8/layout/vProcess5"/>
    <dgm:cxn modelId="{95E4484D-4D3F-4F03-8E87-1D2DB7FE65EE}" type="presOf" srcId="{920FA002-BECD-4C9A-B25C-9D21BD3EB1D9}" destId="{20D41E51-2343-4D2D-8AE1-146CB4FFA78A}" srcOrd="0" destOrd="0" presId="urn:microsoft.com/office/officeart/2005/8/layout/vProcess5"/>
    <dgm:cxn modelId="{54815873-FF18-42B2-94D7-5E0E26B582B0}" srcId="{919799BE-5780-4B6F-B05B-CEB9830839AF}" destId="{920FA002-BECD-4C9A-B25C-9D21BD3EB1D9}" srcOrd="0" destOrd="0" parTransId="{C0DE9851-FB2D-4B16-B72C-FE0BDB819C5E}" sibTransId="{3528C065-D83E-4E7E-B91B-C1F5A2EC5769}"/>
    <dgm:cxn modelId="{2CBCD983-BCE1-4187-9E98-34635665EAB5}" type="presOf" srcId="{919799BE-5780-4B6F-B05B-CEB9830839AF}" destId="{70F9A86F-118B-4BC5-82B6-A56DFD2D92FE}" srcOrd="0" destOrd="0" presId="urn:microsoft.com/office/officeart/2005/8/layout/vProcess5"/>
    <dgm:cxn modelId="{9B0D8693-048A-4B1B-96D9-4596ECFD1960}" type="presOf" srcId="{0ADD596A-301B-498C-A621-68541C98862D}" destId="{B9FA0A1A-D715-41B4-9C19-CDFAC2653BB4}" srcOrd="1" destOrd="0" presId="urn:microsoft.com/office/officeart/2005/8/layout/vProcess5"/>
    <dgm:cxn modelId="{34A0D5AE-71CF-40F7-9ADF-8BD08EF32A59}" type="presOf" srcId="{BBAD85AC-8609-4C50-A1F8-F016F3551ECE}" destId="{35D22B92-E912-4DCA-8C3D-646B9215934C}" srcOrd="0" destOrd="0" presId="urn:microsoft.com/office/officeart/2005/8/layout/vProcess5"/>
    <dgm:cxn modelId="{351E33B5-78A0-46C0-A177-5D5FE5538408}" type="presOf" srcId="{5A9E5D47-80EE-4DEE-AAE4-616A264D5889}" destId="{60296135-51A7-4511-BAEC-D878AA3463C8}" srcOrd="0" destOrd="0" presId="urn:microsoft.com/office/officeart/2005/8/layout/vProcess5"/>
    <dgm:cxn modelId="{371425D4-12D6-425C-80EC-A3A6E532D33B}" srcId="{919799BE-5780-4B6F-B05B-CEB9830839AF}" destId="{BBAD85AC-8609-4C50-A1F8-F016F3551ECE}" srcOrd="2" destOrd="0" parTransId="{67250CB7-DAE3-4DBB-AAF9-D88B1EE2E3C4}" sibTransId="{AB4041F6-D175-4FFF-80E2-433727551D91}"/>
    <dgm:cxn modelId="{4C087EDF-594A-4177-9B3E-44DFFA49F3F2}" type="presOf" srcId="{BBAD85AC-8609-4C50-A1F8-F016F3551ECE}" destId="{8D346B29-69AB-4D1D-8A69-BF654910A2F6}" srcOrd="1" destOrd="0" presId="urn:microsoft.com/office/officeart/2005/8/layout/vProcess5"/>
    <dgm:cxn modelId="{ADB7EEF6-ADEB-4735-ABD1-369975B62A2D}" type="presOf" srcId="{0ADD596A-301B-498C-A621-68541C98862D}" destId="{C801287F-5B44-4CAD-8309-5EFF1BEF6B79}" srcOrd="0" destOrd="0" presId="urn:microsoft.com/office/officeart/2005/8/layout/vProcess5"/>
    <dgm:cxn modelId="{7AAC4CAA-5218-4A88-B8E2-5279BA6C1427}" type="presParOf" srcId="{70F9A86F-118B-4BC5-82B6-A56DFD2D92FE}" destId="{C6925B21-5D02-4999-B4E8-09B40B3AF4E8}" srcOrd="0" destOrd="0" presId="urn:microsoft.com/office/officeart/2005/8/layout/vProcess5"/>
    <dgm:cxn modelId="{4EA546B2-4C2C-4E6F-A4C6-26ACD28E2ED0}" type="presParOf" srcId="{70F9A86F-118B-4BC5-82B6-A56DFD2D92FE}" destId="{20D41E51-2343-4D2D-8AE1-146CB4FFA78A}" srcOrd="1" destOrd="0" presId="urn:microsoft.com/office/officeart/2005/8/layout/vProcess5"/>
    <dgm:cxn modelId="{FF08E9ED-A176-4562-9186-DE7CD33044DC}" type="presParOf" srcId="{70F9A86F-118B-4BC5-82B6-A56DFD2D92FE}" destId="{C801287F-5B44-4CAD-8309-5EFF1BEF6B79}" srcOrd="2" destOrd="0" presId="urn:microsoft.com/office/officeart/2005/8/layout/vProcess5"/>
    <dgm:cxn modelId="{D215C242-5463-40F0-84D2-305A8F498730}" type="presParOf" srcId="{70F9A86F-118B-4BC5-82B6-A56DFD2D92FE}" destId="{35D22B92-E912-4DCA-8C3D-646B9215934C}" srcOrd="3" destOrd="0" presId="urn:microsoft.com/office/officeart/2005/8/layout/vProcess5"/>
    <dgm:cxn modelId="{6B5533C6-BE7C-40E8-9095-8AF09B38ECD4}" type="presParOf" srcId="{70F9A86F-118B-4BC5-82B6-A56DFD2D92FE}" destId="{D3279934-403A-43A7-B95B-E2181228F4D7}" srcOrd="4" destOrd="0" presId="urn:microsoft.com/office/officeart/2005/8/layout/vProcess5"/>
    <dgm:cxn modelId="{36B5F2AB-0959-45EF-8197-CCEBFE98EF72}" type="presParOf" srcId="{70F9A86F-118B-4BC5-82B6-A56DFD2D92FE}" destId="{60296135-51A7-4511-BAEC-D878AA3463C8}" srcOrd="5" destOrd="0" presId="urn:microsoft.com/office/officeart/2005/8/layout/vProcess5"/>
    <dgm:cxn modelId="{6F1AB7F8-72A3-4030-AE7F-0415DF3402DB}" type="presParOf" srcId="{70F9A86F-118B-4BC5-82B6-A56DFD2D92FE}" destId="{1D7CC99B-A0CA-4728-B43B-AAB08EEA943A}" srcOrd="6" destOrd="0" presId="urn:microsoft.com/office/officeart/2005/8/layout/vProcess5"/>
    <dgm:cxn modelId="{44686737-5595-4AC8-B754-0860C0D3293F}" type="presParOf" srcId="{70F9A86F-118B-4BC5-82B6-A56DFD2D92FE}" destId="{B9FA0A1A-D715-41B4-9C19-CDFAC2653BB4}" srcOrd="7" destOrd="0" presId="urn:microsoft.com/office/officeart/2005/8/layout/vProcess5"/>
    <dgm:cxn modelId="{251AC6F7-A2E6-486F-B3B4-2FE91C97DF02}" type="presParOf" srcId="{70F9A86F-118B-4BC5-82B6-A56DFD2D92FE}" destId="{8D346B29-69AB-4D1D-8A69-BF654910A2F6}" srcOrd="8"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6E68090-8FF7-49CD-8044-AAC12F928419}" type="doc">
      <dgm:prSet loTypeId="urn:microsoft.com/office/officeart/2005/8/layout/vProcess5" loCatId="process" qsTypeId="urn:microsoft.com/office/officeart/2005/8/quickstyle/simple1" qsCatId="simple" csTypeId="urn:microsoft.com/office/officeart/2005/8/colors/colorful2" csCatId="colorful"/>
      <dgm:spPr/>
      <dgm:t>
        <a:bodyPr/>
        <a:lstStyle/>
        <a:p>
          <a:endParaRPr lang="en-US"/>
        </a:p>
      </dgm:t>
    </dgm:pt>
    <dgm:pt modelId="{03A37E11-DEA8-416D-8943-4584F85BC215}">
      <dgm:prSet/>
      <dgm:spPr/>
      <dgm:t>
        <a:bodyPr/>
        <a:lstStyle/>
        <a:p>
          <a:r>
            <a:rPr lang="en-US"/>
            <a:t>Portable Eye-tracking system easily mounted on any moving chair.</a:t>
          </a:r>
        </a:p>
      </dgm:t>
    </dgm:pt>
    <dgm:pt modelId="{9A66E3D6-3D03-4804-9906-8EAD3683768B}" type="parTrans" cxnId="{B8F84644-4905-4035-9B16-87B2F927AFE9}">
      <dgm:prSet/>
      <dgm:spPr/>
      <dgm:t>
        <a:bodyPr/>
        <a:lstStyle/>
        <a:p>
          <a:endParaRPr lang="en-US"/>
        </a:p>
      </dgm:t>
    </dgm:pt>
    <dgm:pt modelId="{946FBA58-AA17-4BBE-9CD4-976EC83353F1}" type="sibTrans" cxnId="{B8F84644-4905-4035-9B16-87B2F927AFE9}">
      <dgm:prSet phldrT="01" phldr="0"/>
      <dgm:spPr/>
      <dgm:t>
        <a:bodyPr/>
        <a:lstStyle/>
        <a:p>
          <a:r>
            <a:rPr lang="en-US"/>
            <a:t>01</a:t>
          </a:r>
        </a:p>
      </dgm:t>
    </dgm:pt>
    <dgm:pt modelId="{74D77B1F-7A1E-4243-817C-991906164C24}">
      <dgm:prSet/>
      <dgm:spPr/>
      <dgm:t>
        <a:bodyPr/>
        <a:lstStyle/>
        <a:p>
          <a:r>
            <a:rPr lang="en-US" dirty="0"/>
            <a:t>Specialized software optimized for gaze interaction.</a:t>
          </a:r>
        </a:p>
      </dgm:t>
    </dgm:pt>
    <dgm:pt modelId="{F3DB1FC8-40D5-4D41-8F48-66A349F2A4AD}" type="parTrans" cxnId="{C73322AA-A960-4C83-BB6C-7CA614B2A2CA}">
      <dgm:prSet/>
      <dgm:spPr/>
      <dgm:t>
        <a:bodyPr/>
        <a:lstStyle/>
        <a:p>
          <a:endParaRPr lang="en-US"/>
        </a:p>
      </dgm:t>
    </dgm:pt>
    <dgm:pt modelId="{377FF0E8-939A-4037-932C-2C3586DD4BF9}" type="sibTrans" cxnId="{C73322AA-A960-4C83-BB6C-7CA614B2A2CA}">
      <dgm:prSet phldrT="02" phldr="0"/>
      <dgm:spPr/>
      <dgm:t>
        <a:bodyPr/>
        <a:lstStyle/>
        <a:p>
          <a:r>
            <a:rPr lang="en-US"/>
            <a:t>02</a:t>
          </a:r>
        </a:p>
      </dgm:t>
    </dgm:pt>
    <dgm:pt modelId="{47D6B640-9F45-45DB-8636-50188BE8ED3A}">
      <dgm:prSet/>
      <dgm:spPr/>
      <dgm:t>
        <a:bodyPr/>
        <a:lstStyle/>
        <a:p>
          <a:r>
            <a:rPr lang="en-US" dirty="0"/>
            <a:t>Real-time text to speech conversion.</a:t>
          </a:r>
        </a:p>
      </dgm:t>
    </dgm:pt>
    <dgm:pt modelId="{7929FCC4-8963-4F68-A242-834822743D0F}" type="parTrans" cxnId="{24898F60-79D9-4396-8B22-12930B48631E}">
      <dgm:prSet/>
      <dgm:spPr/>
      <dgm:t>
        <a:bodyPr/>
        <a:lstStyle/>
        <a:p>
          <a:endParaRPr lang="en-US"/>
        </a:p>
      </dgm:t>
    </dgm:pt>
    <dgm:pt modelId="{5626E692-CA6A-486F-B3AE-DBBD2B2985E2}" type="sibTrans" cxnId="{24898F60-79D9-4396-8B22-12930B48631E}">
      <dgm:prSet phldrT="03" phldr="0"/>
      <dgm:spPr/>
      <dgm:t>
        <a:bodyPr/>
        <a:lstStyle/>
        <a:p>
          <a:endParaRPr lang="en-US"/>
        </a:p>
      </dgm:t>
    </dgm:pt>
    <dgm:pt modelId="{5C42BB5B-BC15-4547-B7FB-9941922A8E67}" type="pres">
      <dgm:prSet presAssocID="{96E68090-8FF7-49CD-8044-AAC12F928419}" presName="outerComposite" presStyleCnt="0">
        <dgm:presLayoutVars>
          <dgm:chMax val="5"/>
          <dgm:dir/>
          <dgm:resizeHandles val="exact"/>
        </dgm:presLayoutVars>
      </dgm:prSet>
      <dgm:spPr/>
    </dgm:pt>
    <dgm:pt modelId="{3374A810-0D56-4039-9606-EC45FC64797C}" type="pres">
      <dgm:prSet presAssocID="{96E68090-8FF7-49CD-8044-AAC12F928419}" presName="dummyMaxCanvas" presStyleCnt="0">
        <dgm:presLayoutVars/>
      </dgm:prSet>
      <dgm:spPr/>
    </dgm:pt>
    <dgm:pt modelId="{B172DFAE-1C3A-4133-A6B7-09390E48CDCB}" type="pres">
      <dgm:prSet presAssocID="{96E68090-8FF7-49CD-8044-AAC12F928419}" presName="ThreeNodes_1" presStyleLbl="node1" presStyleIdx="0" presStyleCnt="3">
        <dgm:presLayoutVars>
          <dgm:bulletEnabled val="1"/>
        </dgm:presLayoutVars>
      </dgm:prSet>
      <dgm:spPr/>
    </dgm:pt>
    <dgm:pt modelId="{D846E967-51B7-493D-8292-F0C9D1B60868}" type="pres">
      <dgm:prSet presAssocID="{96E68090-8FF7-49CD-8044-AAC12F928419}" presName="ThreeNodes_2" presStyleLbl="node1" presStyleIdx="1" presStyleCnt="3">
        <dgm:presLayoutVars>
          <dgm:bulletEnabled val="1"/>
        </dgm:presLayoutVars>
      </dgm:prSet>
      <dgm:spPr/>
    </dgm:pt>
    <dgm:pt modelId="{01C02D53-CD94-4B02-84B6-C1D895FBD0B4}" type="pres">
      <dgm:prSet presAssocID="{96E68090-8FF7-49CD-8044-AAC12F928419}" presName="ThreeNodes_3" presStyleLbl="node1" presStyleIdx="2" presStyleCnt="3">
        <dgm:presLayoutVars>
          <dgm:bulletEnabled val="1"/>
        </dgm:presLayoutVars>
      </dgm:prSet>
      <dgm:spPr/>
    </dgm:pt>
    <dgm:pt modelId="{B0298562-2A79-4434-AA27-86BAAD3F8A04}" type="pres">
      <dgm:prSet presAssocID="{96E68090-8FF7-49CD-8044-AAC12F928419}" presName="ThreeConn_1-2" presStyleLbl="fgAccFollowNode1" presStyleIdx="0" presStyleCnt="2">
        <dgm:presLayoutVars>
          <dgm:bulletEnabled val="1"/>
        </dgm:presLayoutVars>
      </dgm:prSet>
      <dgm:spPr/>
    </dgm:pt>
    <dgm:pt modelId="{3EA174BA-92C5-4C39-B8A0-530AAA571608}" type="pres">
      <dgm:prSet presAssocID="{96E68090-8FF7-49CD-8044-AAC12F928419}" presName="ThreeConn_2-3" presStyleLbl="fgAccFollowNode1" presStyleIdx="1" presStyleCnt="2">
        <dgm:presLayoutVars>
          <dgm:bulletEnabled val="1"/>
        </dgm:presLayoutVars>
      </dgm:prSet>
      <dgm:spPr/>
    </dgm:pt>
    <dgm:pt modelId="{B2EA5DEA-8860-4FAE-8B3A-FB2F34774632}" type="pres">
      <dgm:prSet presAssocID="{96E68090-8FF7-49CD-8044-AAC12F928419}" presName="ThreeNodes_1_text" presStyleLbl="node1" presStyleIdx="2" presStyleCnt="3">
        <dgm:presLayoutVars>
          <dgm:bulletEnabled val="1"/>
        </dgm:presLayoutVars>
      </dgm:prSet>
      <dgm:spPr/>
    </dgm:pt>
    <dgm:pt modelId="{76AA71BF-650C-47FE-9C27-18DF2FED1FC0}" type="pres">
      <dgm:prSet presAssocID="{96E68090-8FF7-49CD-8044-AAC12F928419}" presName="ThreeNodes_2_text" presStyleLbl="node1" presStyleIdx="2" presStyleCnt="3">
        <dgm:presLayoutVars>
          <dgm:bulletEnabled val="1"/>
        </dgm:presLayoutVars>
      </dgm:prSet>
      <dgm:spPr/>
    </dgm:pt>
    <dgm:pt modelId="{5E097FEE-DE09-4BE8-99CC-1F4D4D3F033C}" type="pres">
      <dgm:prSet presAssocID="{96E68090-8FF7-49CD-8044-AAC12F928419}" presName="ThreeNodes_3_text" presStyleLbl="node1" presStyleIdx="2" presStyleCnt="3">
        <dgm:presLayoutVars>
          <dgm:bulletEnabled val="1"/>
        </dgm:presLayoutVars>
      </dgm:prSet>
      <dgm:spPr/>
    </dgm:pt>
  </dgm:ptLst>
  <dgm:cxnLst>
    <dgm:cxn modelId="{68864405-E673-487A-AC67-A8EE0CF82197}" type="presOf" srcId="{377FF0E8-939A-4037-932C-2C3586DD4BF9}" destId="{3EA174BA-92C5-4C39-B8A0-530AAA571608}" srcOrd="0" destOrd="0" presId="urn:microsoft.com/office/officeart/2005/8/layout/vProcess5"/>
    <dgm:cxn modelId="{D43E7414-BF4F-4AE8-A794-DAAE929E60AF}" type="presOf" srcId="{96E68090-8FF7-49CD-8044-AAC12F928419}" destId="{5C42BB5B-BC15-4547-B7FB-9941922A8E67}" srcOrd="0" destOrd="0" presId="urn:microsoft.com/office/officeart/2005/8/layout/vProcess5"/>
    <dgm:cxn modelId="{2EE2463D-DC87-4FAA-BFC6-279DD58C285C}" type="presOf" srcId="{74D77B1F-7A1E-4243-817C-991906164C24}" destId="{76AA71BF-650C-47FE-9C27-18DF2FED1FC0}" srcOrd="1" destOrd="0" presId="urn:microsoft.com/office/officeart/2005/8/layout/vProcess5"/>
    <dgm:cxn modelId="{24898F60-79D9-4396-8B22-12930B48631E}" srcId="{96E68090-8FF7-49CD-8044-AAC12F928419}" destId="{47D6B640-9F45-45DB-8636-50188BE8ED3A}" srcOrd="2" destOrd="0" parTransId="{7929FCC4-8963-4F68-A242-834822743D0F}" sibTransId="{5626E692-CA6A-486F-B3AE-DBBD2B2985E2}"/>
    <dgm:cxn modelId="{B8F84644-4905-4035-9B16-87B2F927AFE9}" srcId="{96E68090-8FF7-49CD-8044-AAC12F928419}" destId="{03A37E11-DEA8-416D-8943-4584F85BC215}" srcOrd="0" destOrd="0" parTransId="{9A66E3D6-3D03-4804-9906-8EAD3683768B}" sibTransId="{946FBA58-AA17-4BBE-9CD4-976EC83353F1}"/>
    <dgm:cxn modelId="{F97E0B8D-B66A-40F2-AB94-C452D2B884B3}" type="presOf" srcId="{946FBA58-AA17-4BBE-9CD4-976EC83353F1}" destId="{B0298562-2A79-4434-AA27-86BAAD3F8A04}" srcOrd="0" destOrd="0" presId="urn:microsoft.com/office/officeart/2005/8/layout/vProcess5"/>
    <dgm:cxn modelId="{57155AA1-2138-45E6-A543-CEEBD14C2403}" type="presOf" srcId="{03A37E11-DEA8-416D-8943-4584F85BC215}" destId="{B172DFAE-1C3A-4133-A6B7-09390E48CDCB}" srcOrd="0" destOrd="0" presId="urn:microsoft.com/office/officeart/2005/8/layout/vProcess5"/>
    <dgm:cxn modelId="{C73322AA-A960-4C83-BB6C-7CA614B2A2CA}" srcId="{96E68090-8FF7-49CD-8044-AAC12F928419}" destId="{74D77B1F-7A1E-4243-817C-991906164C24}" srcOrd="1" destOrd="0" parTransId="{F3DB1FC8-40D5-4D41-8F48-66A349F2A4AD}" sibTransId="{377FF0E8-939A-4037-932C-2C3586DD4BF9}"/>
    <dgm:cxn modelId="{BD89D2B2-906C-45EA-AE51-E45758FDC872}" type="presOf" srcId="{03A37E11-DEA8-416D-8943-4584F85BC215}" destId="{B2EA5DEA-8860-4FAE-8B3A-FB2F34774632}" srcOrd="1" destOrd="0" presId="urn:microsoft.com/office/officeart/2005/8/layout/vProcess5"/>
    <dgm:cxn modelId="{F859ECB5-0A2C-4491-AE2A-25E9CA22DEDF}" type="presOf" srcId="{47D6B640-9F45-45DB-8636-50188BE8ED3A}" destId="{5E097FEE-DE09-4BE8-99CC-1F4D4D3F033C}" srcOrd="1" destOrd="0" presId="urn:microsoft.com/office/officeart/2005/8/layout/vProcess5"/>
    <dgm:cxn modelId="{F73AF6C3-C6C3-4378-826E-DDF06DC33108}" type="presOf" srcId="{47D6B640-9F45-45DB-8636-50188BE8ED3A}" destId="{01C02D53-CD94-4B02-84B6-C1D895FBD0B4}" srcOrd="0" destOrd="0" presId="urn:microsoft.com/office/officeart/2005/8/layout/vProcess5"/>
    <dgm:cxn modelId="{4BF353D9-AFDA-4672-85CD-3C0E4422533B}" type="presOf" srcId="{74D77B1F-7A1E-4243-817C-991906164C24}" destId="{D846E967-51B7-493D-8292-F0C9D1B60868}" srcOrd="0" destOrd="0" presId="urn:microsoft.com/office/officeart/2005/8/layout/vProcess5"/>
    <dgm:cxn modelId="{7E22AE06-7476-4E65-B515-70E95135487D}" type="presParOf" srcId="{5C42BB5B-BC15-4547-B7FB-9941922A8E67}" destId="{3374A810-0D56-4039-9606-EC45FC64797C}" srcOrd="0" destOrd="0" presId="urn:microsoft.com/office/officeart/2005/8/layout/vProcess5"/>
    <dgm:cxn modelId="{E4C81DE8-B0E1-43B8-BFCE-08EE588C3615}" type="presParOf" srcId="{5C42BB5B-BC15-4547-B7FB-9941922A8E67}" destId="{B172DFAE-1C3A-4133-A6B7-09390E48CDCB}" srcOrd="1" destOrd="0" presId="urn:microsoft.com/office/officeart/2005/8/layout/vProcess5"/>
    <dgm:cxn modelId="{9259A5A7-F1B3-483D-8C87-2123B7171C38}" type="presParOf" srcId="{5C42BB5B-BC15-4547-B7FB-9941922A8E67}" destId="{D846E967-51B7-493D-8292-F0C9D1B60868}" srcOrd="2" destOrd="0" presId="urn:microsoft.com/office/officeart/2005/8/layout/vProcess5"/>
    <dgm:cxn modelId="{EEB87740-54E6-44AB-A140-35AE95B9929D}" type="presParOf" srcId="{5C42BB5B-BC15-4547-B7FB-9941922A8E67}" destId="{01C02D53-CD94-4B02-84B6-C1D895FBD0B4}" srcOrd="3" destOrd="0" presId="urn:microsoft.com/office/officeart/2005/8/layout/vProcess5"/>
    <dgm:cxn modelId="{77872D3C-D605-4EDE-92F2-256C7C075DE9}" type="presParOf" srcId="{5C42BB5B-BC15-4547-B7FB-9941922A8E67}" destId="{B0298562-2A79-4434-AA27-86BAAD3F8A04}" srcOrd="4" destOrd="0" presId="urn:microsoft.com/office/officeart/2005/8/layout/vProcess5"/>
    <dgm:cxn modelId="{A687C71F-EA69-45CC-8416-1A6F609C2F43}" type="presParOf" srcId="{5C42BB5B-BC15-4547-B7FB-9941922A8E67}" destId="{3EA174BA-92C5-4C39-B8A0-530AAA571608}" srcOrd="5" destOrd="0" presId="urn:microsoft.com/office/officeart/2005/8/layout/vProcess5"/>
    <dgm:cxn modelId="{B959B792-2CEA-496F-9A91-1753ABDF2A6A}" type="presParOf" srcId="{5C42BB5B-BC15-4547-B7FB-9941922A8E67}" destId="{B2EA5DEA-8860-4FAE-8B3A-FB2F34774632}" srcOrd="6" destOrd="0" presId="urn:microsoft.com/office/officeart/2005/8/layout/vProcess5"/>
    <dgm:cxn modelId="{512311BF-90B8-471A-AC02-142F6BD0B568}" type="presParOf" srcId="{5C42BB5B-BC15-4547-B7FB-9941922A8E67}" destId="{76AA71BF-650C-47FE-9C27-18DF2FED1FC0}" srcOrd="7" destOrd="0" presId="urn:microsoft.com/office/officeart/2005/8/layout/vProcess5"/>
    <dgm:cxn modelId="{B15450B1-D6CD-4F6C-9D02-81C7A10C24AB}" type="presParOf" srcId="{5C42BB5B-BC15-4547-B7FB-9941922A8E67}" destId="{5E097FEE-DE09-4BE8-99CC-1F4D4D3F033C}" srcOrd="8"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0D41E51-2343-4D2D-8AE1-146CB4FFA78A}">
      <dsp:nvSpPr>
        <dsp:cNvPr id="0" name=""/>
        <dsp:cNvSpPr/>
      </dsp:nvSpPr>
      <dsp:spPr>
        <a:xfrm>
          <a:off x="0" y="0"/>
          <a:ext cx="8938260" cy="1307257"/>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a:t>Fully disabled individuals (ALS, Paralysis, locked-in syndrome) lose the miracle of communication.</a:t>
          </a:r>
        </a:p>
      </dsp:txBody>
      <dsp:txXfrm>
        <a:off x="38288" y="38288"/>
        <a:ext cx="7527628" cy="1230681"/>
      </dsp:txXfrm>
    </dsp:sp>
    <dsp:sp modelId="{C801287F-5B44-4CAD-8309-5EFF1BEF6B79}">
      <dsp:nvSpPr>
        <dsp:cNvPr id="0" name=""/>
        <dsp:cNvSpPr/>
      </dsp:nvSpPr>
      <dsp:spPr>
        <a:xfrm>
          <a:off x="788669" y="1525133"/>
          <a:ext cx="8938260" cy="1307257"/>
        </a:xfrm>
        <a:prstGeom prst="roundRect">
          <a:avLst>
            <a:gd name="adj" fmla="val 10000"/>
          </a:avLst>
        </a:prstGeom>
        <a:solidFill>
          <a:schemeClr val="accent2">
            <a:hueOff val="-1224775"/>
            <a:satOff val="-5657"/>
            <a:lumOff val="-117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a:t>Existing solutions are often bulky and expensive.</a:t>
          </a:r>
        </a:p>
      </dsp:txBody>
      <dsp:txXfrm>
        <a:off x="826957" y="1563421"/>
        <a:ext cx="7223296" cy="1230681"/>
      </dsp:txXfrm>
    </dsp:sp>
    <dsp:sp modelId="{35D22B92-E912-4DCA-8C3D-646B9215934C}">
      <dsp:nvSpPr>
        <dsp:cNvPr id="0" name=""/>
        <dsp:cNvSpPr/>
      </dsp:nvSpPr>
      <dsp:spPr>
        <a:xfrm>
          <a:off x="1577339" y="3050266"/>
          <a:ext cx="8938260" cy="1307257"/>
        </a:xfrm>
        <a:prstGeom prst="roundRect">
          <a:avLst>
            <a:gd name="adj" fmla="val 10000"/>
          </a:avLst>
        </a:prstGeom>
        <a:solidFill>
          <a:schemeClr val="accent2">
            <a:hueOff val="-2449550"/>
            <a:satOff val="-11314"/>
            <a:lumOff val="-235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a:t>Limited access to affordable communication technology in Egypt.</a:t>
          </a:r>
        </a:p>
      </dsp:txBody>
      <dsp:txXfrm>
        <a:off x="1615627" y="3088554"/>
        <a:ext cx="7223296" cy="1230681"/>
      </dsp:txXfrm>
    </dsp:sp>
    <dsp:sp modelId="{D3279934-403A-43A7-B95B-E2181228F4D7}">
      <dsp:nvSpPr>
        <dsp:cNvPr id="0" name=""/>
        <dsp:cNvSpPr/>
      </dsp:nvSpPr>
      <dsp:spPr>
        <a:xfrm>
          <a:off x="8088542" y="991336"/>
          <a:ext cx="849717" cy="849717"/>
        </a:xfrm>
        <a:prstGeom prst="downArrow">
          <a:avLst>
            <a:gd name="adj1" fmla="val 55000"/>
            <a:gd name="adj2" fmla="val 45000"/>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ctr" defTabSz="1200150">
            <a:lnSpc>
              <a:spcPct val="90000"/>
            </a:lnSpc>
            <a:spcBef>
              <a:spcPct val="0"/>
            </a:spcBef>
            <a:spcAft>
              <a:spcPct val="35000"/>
            </a:spcAft>
            <a:buNone/>
          </a:pPr>
          <a:r>
            <a:rPr lang="en-US" sz="2700" kern="1200"/>
            <a:t>01</a:t>
          </a:r>
        </a:p>
      </dsp:txBody>
      <dsp:txXfrm>
        <a:off x="8279728" y="991336"/>
        <a:ext cx="467345" cy="639412"/>
      </dsp:txXfrm>
    </dsp:sp>
    <dsp:sp modelId="{60296135-51A7-4511-BAEC-D878AA3463C8}">
      <dsp:nvSpPr>
        <dsp:cNvPr id="0" name=""/>
        <dsp:cNvSpPr/>
      </dsp:nvSpPr>
      <dsp:spPr>
        <a:xfrm>
          <a:off x="8877212" y="2507755"/>
          <a:ext cx="849717" cy="849717"/>
        </a:xfrm>
        <a:prstGeom prst="downArrow">
          <a:avLst>
            <a:gd name="adj1" fmla="val 55000"/>
            <a:gd name="adj2" fmla="val 45000"/>
          </a:avLst>
        </a:prstGeom>
        <a:solidFill>
          <a:schemeClr val="accent2">
            <a:tint val="40000"/>
            <a:alpha val="90000"/>
            <a:hueOff val="-3345255"/>
            <a:satOff val="-8332"/>
            <a:lumOff val="-1038"/>
            <a:alphaOff val="0"/>
          </a:schemeClr>
        </a:solidFill>
        <a:ln w="12700" cap="flat" cmpd="sng" algn="ctr">
          <a:solidFill>
            <a:schemeClr val="accent2">
              <a:tint val="40000"/>
              <a:alpha val="90000"/>
              <a:hueOff val="-3345255"/>
              <a:satOff val="-8332"/>
              <a:lumOff val="-1038"/>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ctr" defTabSz="1200150">
            <a:lnSpc>
              <a:spcPct val="90000"/>
            </a:lnSpc>
            <a:spcBef>
              <a:spcPct val="0"/>
            </a:spcBef>
            <a:spcAft>
              <a:spcPct val="35000"/>
            </a:spcAft>
            <a:buNone/>
          </a:pPr>
          <a:r>
            <a:rPr lang="en-US" sz="2700" kern="1200"/>
            <a:t>02</a:t>
          </a:r>
        </a:p>
      </dsp:txBody>
      <dsp:txXfrm>
        <a:off x="9068398" y="2507755"/>
        <a:ext cx="467345" cy="63941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172DFAE-1C3A-4133-A6B7-09390E48CDCB}">
      <dsp:nvSpPr>
        <dsp:cNvPr id="0" name=""/>
        <dsp:cNvSpPr/>
      </dsp:nvSpPr>
      <dsp:spPr>
        <a:xfrm>
          <a:off x="0" y="0"/>
          <a:ext cx="8930487" cy="1360627"/>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133350" rIns="133350" bIns="133350" numCol="1" spcCol="1270" anchor="ctr" anchorCtr="0">
          <a:noAutofit/>
        </a:bodyPr>
        <a:lstStyle/>
        <a:p>
          <a:pPr marL="0" lvl="0" indent="0" algn="l" defTabSz="1555750">
            <a:lnSpc>
              <a:spcPct val="90000"/>
            </a:lnSpc>
            <a:spcBef>
              <a:spcPct val="0"/>
            </a:spcBef>
            <a:spcAft>
              <a:spcPct val="35000"/>
            </a:spcAft>
            <a:buNone/>
          </a:pPr>
          <a:r>
            <a:rPr lang="en-US" sz="3500" kern="1200"/>
            <a:t>Portable Eye-tracking system easily mounted on any moving chair.</a:t>
          </a:r>
        </a:p>
      </dsp:txBody>
      <dsp:txXfrm>
        <a:off x="39851" y="39851"/>
        <a:ext cx="7462265" cy="1280925"/>
      </dsp:txXfrm>
    </dsp:sp>
    <dsp:sp modelId="{D846E967-51B7-493D-8292-F0C9D1B60868}">
      <dsp:nvSpPr>
        <dsp:cNvPr id="0" name=""/>
        <dsp:cNvSpPr/>
      </dsp:nvSpPr>
      <dsp:spPr>
        <a:xfrm>
          <a:off x="787984" y="1587398"/>
          <a:ext cx="8930487" cy="1360627"/>
        </a:xfrm>
        <a:prstGeom prst="roundRect">
          <a:avLst>
            <a:gd name="adj" fmla="val 10000"/>
          </a:avLst>
        </a:prstGeom>
        <a:solidFill>
          <a:schemeClr val="accent2">
            <a:hueOff val="-1224775"/>
            <a:satOff val="-5657"/>
            <a:lumOff val="-117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133350" rIns="133350" bIns="133350" numCol="1" spcCol="1270" anchor="ctr" anchorCtr="0">
          <a:noAutofit/>
        </a:bodyPr>
        <a:lstStyle/>
        <a:p>
          <a:pPr marL="0" lvl="0" indent="0" algn="l" defTabSz="1555750">
            <a:lnSpc>
              <a:spcPct val="90000"/>
            </a:lnSpc>
            <a:spcBef>
              <a:spcPct val="0"/>
            </a:spcBef>
            <a:spcAft>
              <a:spcPct val="35000"/>
            </a:spcAft>
            <a:buNone/>
          </a:pPr>
          <a:r>
            <a:rPr lang="en-US" sz="3500" kern="1200" dirty="0"/>
            <a:t>Specialized software optimized for gaze interaction.</a:t>
          </a:r>
        </a:p>
      </dsp:txBody>
      <dsp:txXfrm>
        <a:off x="827835" y="1627249"/>
        <a:ext cx="7178393" cy="1280925"/>
      </dsp:txXfrm>
    </dsp:sp>
    <dsp:sp modelId="{01C02D53-CD94-4B02-84B6-C1D895FBD0B4}">
      <dsp:nvSpPr>
        <dsp:cNvPr id="0" name=""/>
        <dsp:cNvSpPr/>
      </dsp:nvSpPr>
      <dsp:spPr>
        <a:xfrm>
          <a:off x="1575968" y="3174796"/>
          <a:ext cx="8930487" cy="1360627"/>
        </a:xfrm>
        <a:prstGeom prst="roundRect">
          <a:avLst>
            <a:gd name="adj" fmla="val 10000"/>
          </a:avLst>
        </a:prstGeom>
        <a:solidFill>
          <a:schemeClr val="accent2">
            <a:hueOff val="-2449550"/>
            <a:satOff val="-11314"/>
            <a:lumOff val="-235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133350" rIns="133350" bIns="133350" numCol="1" spcCol="1270" anchor="ctr" anchorCtr="0">
          <a:noAutofit/>
        </a:bodyPr>
        <a:lstStyle/>
        <a:p>
          <a:pPr marL="0" lvl="0" indent="0" algn="l" defTabSz="1555750">
            <a:lnSpc>
              <a:spcPct val="90000"/>
            </a:lnSpc>
            <a:spcBef>
              <a:spcPct val="0"/>
            </a:spcBef>
            <a:spcAft>
              <a:spcPct val="35000"/>
            </a:spcAft>
            <a:buNone/>
          </a:pPr>
          <a:r>
            <a:rPr lang="en-US" sz="3500" kern="1200" dirty="0"/>
            <a:t>Real-time text to speech conversion.</a:t>
          </a:r>
        </a:p>
      </dsp:txBody>
      <dsp:txXfrm>
        <a:off x="1615819" y="3214647"/>
        <a:ext cx="7178393" cy="1280925"/>
      </dsp:txXfrm>
    </dsp:sp>
    <dsp:sp modelId="{B0298562-2A79-4434-AA27-86BAAD3F8A04}">
      <dsp:nvSpPr>
        <dsp:cNvPr id="0" name=""/>
        <dsp:cNvSpPr/>
      </dsp:nvSpPr>
      <dsp:spPr>
        <a:xfrm>
          <a:off x="8046079" y="1031808"/>
          <a:ext cx="884407" cy="884407"/>
        </a:xfrm>
        <a:prstGeom prst="downArrow">
          <a:avLst>
            <a:gd name="adj1" fmla="val 55000"/>
            <a:gd name="adj2" fmla="val 45000"/>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5560" tIns="35560" rIns="35560" bIns="35560" numCol="1" spcCol="1270" anchor="ctr" anchorCtr="0">
          <a:noAutofit/>
        </a:bodyPr>
        <a:lstStyle/>
        <a:p>
          <a:pPr marL="0" lvl="0" indent="0" algn="ctr" defTabSz="1244600">
            <a:lnSpc>
              <a:spcPct val="90000"/>
            </a:lnSpc>
            <a:spcBef>
              <a:spcPct val="0"/>
            </a:spcBef>
            <a:spcAft>
              <a:spcPct val="35000"/>
            </a:spcAft>
            <a:buNone/>
          </a:pPr>
          <a:r>
            <a:rPr lang="en-US" sz="2800" kern="1200"/>
            <a:t>01</a:t>
          </a:r>
        </a:p>
      </dsp:txBody>
      <dsp:txXfrm>
        <a:off x="8245071" y="1031808"/>
        <a:ext cx="486423" cy="665516"/>
      </dsp:txXfrm>
    </dsp:sp>
    <dsp:sp modelId="{3EA174BA-92C5-4C39-B8A0-530AAA571608}">
      <dsp:nvSpPr>
        <dsp:cNvPr id="0" name=""/>
        <dsp:cNvSpPr/>
      </dsp:nvSpPr>
      <dsp:spPr>
        <a:xfrm>
          <a:off x="8834064" y="2610136"/>
          <a:ext cx="884407" cy="884407"/>
        </a:xfrm>
        <a:prstGeom prst="downArrow">
          <a:avLst>
            <a:gd name="adj1" fmla="val 55000"/>
            <a:gd name="adj2" fmla="val 45000"/>
          </a:avLst>
        </a:prstGeom>
        <a:solidFill>
          <a:schemeClr val="accent2">
            <a:tint val="40000"/>
            <a:alpha val="90000"/>
            <a:hueOff val="-3345255"/>
            <a:satOff val="-8332"/>
            <a:lumOff val="-1038"/>
            <a:alphaOff val="0"/>
          </a:schemeClr>
        </a:solidFill>
        <a:ln w="12700" cap="flat" cmpd="sng" algn="ctr">
          <a:solidFill>
            <a:schemeClr val="accent2">
              <a:tint val="40000"/>
              <a:alpha val="90000"/>
              <a:hueOff val="-3345255"/>
              <a:satOff val="-8332"/>
              <a:lumOff val="-1038"/>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5560" tIns="35560" rIns="35560" bIns="35560" numCol="1" spcCol="1270" anchor="ctr" anchorCtr="0">
          <a:noAutofit/>
        </a:bodyPr>
        <a:lstStyle/>
        <a:p>
          <a:pPr marL="0" lvl="0" indent="0" algn="ctr" defTabSz="1244600">
            <a:lnSpc>
              <a:spcPct val="90000"/>
            </a:lnSpc>
            <a:spcBef>
              <a:spcPct val="0"/>
            </a:spcBef>
            <a:spcAft>
              <a:spcPct val="35000"/>
            </a:spcAft>
            <a:buNone/>
          </a:pPr>
          <a:r>
            <a:rPr lang="en-US" sz="2800" kern="1200"/>
            <a:t>02</a:t>
          </a:r>
        </a:p>
      </dsp:txBody>
      <dsp:txXfrm>
        <a:off x="9033056" y="2610136"/>
        <a:ext cx="486423" cy="665516"/>
      </dsp:txXfrm>
    </dsp:sp>
  </dsp:spTree>
</dsp:drawing>
</file>

<file path=ppt/diagrams/layout1.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2.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4350B40-E974-47BB-8D7E-BE29953C11B9}" type="datetimeFigureOut">
              <a:rPr lang="en-US" smtClean="0"/>
              <a:t>11/29/2025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E831E0C-278F-4526-B01D-38E14DE411E3}" type="slidenum">
              <a:rPr lang="en-US" smtClean="0"/>
              <a:t>‹#›</a:t>
            </a:fld>
            <a:endParaRPr lang="en-US"/>
          </a:p>
        </p:txBody>
      </p:sp>
    </p:spTree>
    <p:extLst>
      <p:ext uri="{BB962C8B-B14F-4D97-AF65-F5344CB8AC3E}">
        <p14:creationId xmlns:p14="http://schemas.microsoft.com/office/powerpoint/2010/main" val="7297882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831E0C-278F-4526-B01D-38E14DE411E3}" type="slidenum">
              <a:rPr lang="en-US" smtClean="0"/>
              <a:t>5</a:t>
            </a:fld>
            <a:endParaRPr lang="en-US"/>
          </a:p>
        </p:txBody>
      </p:sp>
    </p:spTree>
    <p:extLst>
      <p:ext uri="{BB962C8B-B14F-4D97-AF65-F5344CB8AC3E}">
        <p14:creationId xmlns:p14="http://schemas.microsoft.com/office/powerpoint/2010/main" val="7902949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831E0C-278F-4526-B01D-38E14DE411E3}" type="slidenum">
              <a:rPr lang="en-US" smtClean="0"/>
              <a:t>9</a:t>
            </a:fld>
            <a:endParaRPr lang="en-US"/>
          </a:p>
        </p:txBody>
      </p:sp>
    </p:spTree>
    <p:extLst>
      <p:ext uri="{BB962C8B-B14F-4D97-AF65-F5344CB8AC3E}">
        <p14:creationId xmlns:p14="http://schemas.microsoft.com/office/powerpoint/2010/main" val="4856327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B8136-4330-4480-80D9-0F6FD970617C}"/>
              </a:ext>
            </a:extLst>
          </p:cNvPr>
          <p:cNvSpPr>
            <a:spLocks noGrp="1"/>
          </p:cNvSpPr>
          <p:nvPr>
            <p:ph type="ctrTitle"/>
          </p:nvPr>
        </p:nvSpPr>
        <p:spPr>
          <a:xfrm>
            <a:off x="576072" y="1124712"/>
            <a:ext cx="11036808" cy="3172968"/>
          </a:xfrm>
        </p:spPr>
        <p:txBody>
          <a:bodyPr anchor="b">
            <a:normAutofit/>
          </a:bodyPr>
          <a:lstStyle>
            <a:lvl1pPr algn="l">
              <a:defRPr sz="8000"/>
            </a:lvl1pPr>
          </a:lstStyle>
          <a:p>
            <a:r>
              <a:rPr lang="en-US" dirty="0"/>
              <a:t>Click to edit Master title style</a:t>
            </a:r>
          </a:p>
        </p:txBody>
      </p:sp>
      <p:sp>
        <p:nvSpPr>
          <p:cNvPr id="3" name="Subtitle 2">
            <a:extLst>
              <a:ext uri="{FF2B5EF4-FFF2-40B4-BE49-F238E27FC236}">
                <a16:creationId xmlns:a16="http://schemas.microsoft.com/office/drawing/2014/main" id="{566E5739-DD96-45FB-B609-3E3447A52FED}"/>
              </a:ext>
            </a:extLst>
          </p:cNvPr>
          <p:cNvSpPr>
            <a:spLocks noGrp="1"/>
          </p:cNvSpPr>
          <p:nvPr>
            <p:ph type="subTitle" idx="1"/>
          </p:nvPr>
        </p:nvSpPr>
        <p:spPr>
          <a:xfrm>
            <a:off x="576072" y="4727448"/>
            <a:ext cx="11036808" cy="1481328"/>
          </a:xfrm>
        </p:spPr>
        <p:txBody>
          <a:bodyPr>
            <a:normAutofit/>
          </a:bodyPr>
          <a:lstStyle>
            <a:lvl1pPr marL="0" indent="0" algn="l">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1B9FF558-51F9-42A2-9944-DBE23DA8B224}"/>
              </a:ext>
            </a:extLst>
          </p:cNvPr>
          <p:cNvSpPr>
            <a:spLocks noGrp="1"/>
          </p:cNvSpPr>
          <p:nvPr>
            <p:ph type="dt" sz="half" idx="10"/>
          </p:nvPr>
        </p:nvSpPr>
        <p:spPr>
          <a:xfrm>
            <a:off x="576072" y="6356350"/>
            <a:ext cx="2743200" cy="365125"/>
          </a:xfrm>
        </p:spPr>
        <p:txBody>
          <a:bodyPr/>
          <a:lstStyle/>
          <a:p>
            <a:fld id="{02AC24A9-CCB6-4F8D-B8DB-C2F3692CFA5A}" type="datetimeFigureOut">
              <a:rPr lang="en-US" smtClean="0"/>
              <a:t>11/29/2025</a:t>
            </a:fld>
            <a:endParaRPr lang="en-US" dirty="0"/>
          </a:p>
        </p:txBody>
      </p:sp>
      <p:sp>
        <p:nvSpPr>
          <p:cNvPr id="5" name="Footer Placeholder 4">
            <a:extLst>
              <a:ext uri="{FF2B5EF4-FFF2-40B4-BE49-F238E27FC236}">
                <a16:creationId xmlns:a16="http://schemas.microsoft.com/office/drawing/2014/main" id="{8B8C0E86-A7F7-4BDC-A637-254E5252DED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3D10ADE-E9DA-4E57-BF57-1CCB65219839}"/>
              </a:ext>
            </a:extLst>
          </p:cNvPr>
          <p:cNvSpPr>
            <a:spLocks noGrp="1"/>
          </p:cNvSpPr>
          <p:nvPr>
            <p:ph type="sldNum" sz="quarter" idx="12"/>
          </p:nvPr>
        </p:nvSpPr>
        <p:spPr>
          <a:xfrm>
            <a:off x="8869680" y="6356350"/>
            <a:ext cx="2743200" cy="365125"/>
          </a:xfrm>
        </p:spPr>
        <p:txBody>
          <a:bodyPr/>
          <a:lstStyle/>
          <a:p>
            <a:fld id="{B2DC25EE-239B-4C5F-AAD1-255A7D5F1EE2}" type="slidenum">
              <a:rPr lang="en-US" smtClean="0"/>
              <a:t>‹#›</a:t>
            </a:fld>
            <a:endParaRPr lang="en-US" dirty="0"/>
          </a:p>
        </p:txBody>
      </p:sp>
      <p:sp>
        <p:nvSpPr>
          <p:cNvPr id="8" name="Rectangle 7">
            <a:extLst>
              <a:ext uri="{FF2B5EF4-FFF2-40B4-BE49-F238E27FC236}">
                <a16:creationId xmlns:a16="http://schemas.microsoft.com/office/drawing/2014/main" id="{8D06CE56-3881-4ADA-8CEF-D18B02C242A3}"/>
              </a:ext>
            </a:extLst>
          </p:cNvPr>
          <p:cNvSpPr/>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79F3C543-62EC-4433-9C93-A2CD8764E9B4}"/>
              </a:ext>
            </a:extLst>
          </p:cNvPr>
          <p:cNvSpPr/>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928538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D6FBB9D-1CAA-4D05-AB33-BABDFE17B843}"/>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0" name="Rectangle 9">
            <a:extLst>
              <a:ext uri="{FF2B5EF4-FFF2-40B4-BE49-F238E27FC236}">
                <a16:creationId xmlns:a16="http://schemas.microsoft.com/office/drawing/2014/main" id="{04727B71-B4B6-4823-80A1-68C40B475118}"/>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79A6DB05-9FB5-4B07-8675-74C23D4FD89D}"/>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8D358CF-0758-490A-A084-C46443B9ABE8}"/>
              </a:ext>
            </a:extLst>
          </p:cNvPr>
          <p:cNvSpPr>
            <a:spLocks noGrp="1"/>
          </p:cNvSpPr>
          <p:nvPr>
            <p:ph type="title"/>
          </p:nvPr>
        </p:nvSpPr>
        <p:spPr>
          <a:xfrm>
            <a:off x="1115568" y="548640"/>
            <a:ext cx="10168128" cy="1179576"/>
          </a:xfrm>
        </p:spPr>
        <p:txBody>
          <a:bodyPr>
            <a:normAutofit/>
          </a:bodyPr>
          <a:lstStyle>
            <a:lvl1pPr>
              <a:defRPr sz="4000"/>
            </a:lvl1pPr>
          </a:lstStyle>
          <a:p>
            <a:r>
              <a:rPr lang="en-US" dirty="0"/>
              <a:t>Click to edit Master title style</a:t>
            </a:r>
          </a:p>
        </p:txBody>
      </p:sp>
      <p:sp>
        <p:nvSpPr>
          <p:cNvPr id="3" name="Content Placeholder 2">
            <a:extLst>
              <a:ext uri="{FF2B5EF4-FFF2-40B4-BE49-F238E27FC236}">
                <a16:creationId xmlns:a16="http://schemas.microsoft.com/office/drawing/2014/main" id="{21671183-B3CE-4F45-92FB-98290CA0E2CA}"/>
              </a:ext>
            </a:extLst>
          </p:cNvPr>
          <p:cNvSpPr>
            <a:spLocks noGrp="1"/>
          </p:cNvSpPr>
          <p:nvPr>
            <p:ph idx="1"/>
          </p:nvPr>
        </p:nvSpPr>
        <p:spPr>
          <a:xfrm>
            <a:off x="1115568" y="2478024"/>
            <a:ext cx="10168128" cy="36941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D7DED67-27EC-4D43-A21C-093C1DB04813}"/>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11/29/2025</a:t>
            </a:fld>
            <a:endParaRPr lang="en-US"/>
          </a:p>
        </p:txBody>
      </p:sp>
      <p:sp>
        <p:nvSpPr>
          <p:cNvPr id="5" name="Footer Placeholder 4">
            <a:extLst>
              <a:ext uri="{FF2B5EF4-FFF2-40B4-BE49-F238E27FC236}">
                <a16:creationId xmlns:a16="http://schemas.microsoft.com/office/drawing/2014/main" id="{36747CE3-4890-4BC1-94DB-5D49D02C99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3C5AD3-D79A-4D46-B25B-822FE0252511}"/>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522586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5AEDC5C-2E87-49C6-AB07-A95E5F39ED8E}"/>
              </a:ext>
            </a:extLst>
          </p:cNvPr>
          <p:cNvSpPr/>
          <p:nvPr/>
        </p:nvSpPr>
        <p:spPr>
          <a:xfrm>
            <a:off x="558210" y="4981421"/>
            <a:ext cx="11134956" cy="822960"/>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A57D88DE-E462-4C8A-BF99-609390DFB781}"/>
              </a:ext>
            </a:extLst>
          </p:cNvPr>
          <p:cNvSpPr/>
          <p:nvPr/>
        </p:nvSpPr>
        <p:spPr>
          <a:xfrm>
            <a:off x="498834" y="5118581"/>
            <a:ext cx="146304"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8E44900-E8BF-4B12-8BCB-41076E2B68C7}"/>
              </a:ext>
            </a:extLst>
          </p:cNvPr>
          <p:cNvSpPr>
            <a:spLocks noGrp="1"/>
          </p:cNvSpPr>
          <p:nvPr>
            <p:ph type="title"/>
          </p:nvPr>
        </p:nvSpPr>
        <p:spPr>
          <a:xfrm>
            <a:off x="557784" y="640080"/>
            <a:ext cx="10890504" cy="4114800"/>
          </a:xfrm>
        </p:spPr>
        <p:txBody>
          <a:bodyPr anchor="b">
            <a:normAutofit/>
          </a:bodyPr>
          <a:lstStyle>
            <a:lvl1pPr>
              <a:defRPr sz="6600"/>
            </a:lvl1pPr>
          </a:lstStyle>
          <a:p>
            <a:r>
              <a:rPr lang="en-US" dirty="0"/>
              <a:t>Click to edit Master title style</a:t>
            </a:r>
          </a:p>
        </p:txBody>
      </p:sp>
      <p:sp>
        <p:nvSpPr>
          <p:cNvPr id="3" name="Text Placeholder 2">
            <a:extLst>
              <a:ext uri="{FF2B5EF4-FFF2-40B4-BE49-F238E27FC236}">
                <a16:creationId xmlns:a16="http://schemas.microsoft.com/office/drawing/2014/main" id="{917741F9-B00F-4463-A257-6B66DABD9B4E}"/>
              </a:ext>
            </a:extLst>
          </p:cNvPr>
          <p:cNvSpPr>
            <a:spLocks noGrp="1"/>
          </p:cNvSpPr>
          <p:nvPr>
            <p:ph type="body" idx="1"/>
          </p:nvPr>
        </p:nvSpPr>
        <p:spPr>
          <a:xfrm>
            <a:off x="841248" y="5102352"/>
            <a:ext cx="10607040" cy="585216"/>
          </a:xfrm>
        </p:spPr>
        <p:txBody>
          <a:bodyPr anchor="ct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D48BFA7D-4401-4285-802B-1579165F0D6D}"/>
              </a:ext>
            </a:extLst>
          </p:cNvPr>
          <p:cNvSpPr>
            <a:spLocks noGrp="1"/>
          </p:cNvSpPr>
          <p:nvPr>
            <p:ph type="dt" sz="half" idx="10"/>
          </p:nvPr>
        </p:nvSpPr>
        <p:spPr/>
        <p:txBody>
          <a:bodyPr/>
          <a:lstStyle/>
          <a:p>
            <a:fld id="{02AC24A9-CCB6-4F8D-B8DB-C2F3692CFA5A}" type="datetimeFigureOut">
              <a:rPr lang="en-US" smtClean="0"/>
              <a:t>11/29/2025</a:t>
            </a:fld>
            <a:endParaRPr lang="en-US"/>
          </a:p>
        </p:txBody>
      </p:sp>
      <p:sp>
        <p:nvSpPr>
          <p:cNvPr id="5" name="Footer Placeholder 4">
            <a:extLst>
              <a:ext uri="{FF2B5EF4-FFF2-40B4-BE49-F238E27FC236}">
                <a16:creationId xmlns:a16="http://schemas.microsoft.com/office/drawing/2014/main" id="{49A909C5-AA19-4195-8376-9002D5DF465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AC3F32-46E0-47C8-8565-5969A475FDB0}"/>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29432592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076262E-36A0-40C6-ADE6-90CD9FB9B9EA}"/>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1" name="Rectangle 10">
            <a:extLst>
              <a:ext uri="{FF2B5EF4-FFF2-40B4-BE49-F238E27FC236}">
                <a16:creationId xmlns:a16="http://schemas.microsoft.com/office/drawing/2014/main" id="{42677A9B-4D1D-4D80-912C-24570140A650}"/>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03DC8C98-510F-48C9-82B2-9E4F760A68DF}"/>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7A078AE-0BC3-48F9-87EC-2DB0CCE7E2AE}"/>
              </a:ext>
            </a:extLst>
          </p:cNvPr>
          <p:cNvSpPr>
            <a:spLocks noGrp="1"/>
          </p:cNvSpPr>
          <p:nvPr>
            <p:ph type="title"/>
          </p:nvPr>
        </p:nvSpPr>
        <p:spPr>
          <a:xfrm>
            <a:off x="1115568" y="548640"/>
            <a:ext cx="10168128" cy="1179576"/>
          </a:xfrm>
        </p:spPr>
        <p:txBody>
          <a:bodyPr>
            <a:normAutofit/>
          </a:bodyPr>
          <a:lstStyle>
            <a:lvl1pPr>
              <a:defRPr sz="4000"/>
            </a:lvl1pPr>
          </a:lstStyle>
          <a:p>
            <a:r>
              <a:rPr lang="en-US" dirty="0"/>
              <a:t>Click to edit Master title style</a:t>
            </a:r>
          </a:p>
        </p:txBody>
      </p:sp>
      <p:sp>
        <p:nvSpPr>
          <p:cNvPr id="3" name="Content Placeholder 2">
            <a:extLst>
              <a:ext uri="{FF2B5EF4-FFF2-40B4-BE49-F238E27FC236}">
                <a16:creationId xmlns:a16="http://schemas.microsoft.com/office/drawing/2014/main" id="{292A20DF-0829-4336-B59F-FF9D7AA9D8B6}"/>
              </a:ext>
            </a:extLst>
          </p:cNvPr>
          <p:cNvSpPr>
            <a:spLocks noGrp="1"/>
          </p:cNvSpPr>
          <p:nvPr>
            <p:ph sz="half" idx="1"/>
          </p:nvPr>
        </p:nvSpPr>
        <p:spPr>
          <a:xfrm>
            <a:off x="1115568" y="2478024"/>
            <a:ext cx="4937760" cy="36941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7935D01C-CF67-4DF6-B96C-FFC9D5BF847B}"/>
              </a:ext>
            </a:extLst>
          </p:cNvPr>
          <p:cNvSpPr>
            <a:spLocks noGrp="1"/>
          </p:cNvSpPr>
          <p:nvPr>
            <p:ph sz="half" idx="2"/>
          </p:nvPr>
        </p:nvSpPr>
        <p:spPr>
          <a:xfrm>
            <a:off x="6345936" y="2478024"/>
            <a:ext cx="4937760" cy="36941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29BBD797-6031-4F82-8726-EAB757027FF5}"/>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11/29/2025</a:t>
            </a:fld>
            <a:endParaRPr lang="en-US"/>
          </a:p>
        </p:txBody>
      </p:sp>
      <p:sp>
        <p:nvSpPr>
          <p:cNvPr id="6" name="Footer Placeholder 5">
            <a:extLst>
              <a:ext uri="{FF2B5EF4-FFF2-40B4-BE49-F238E27FC236}">
                <a16:creationId xmlns:a16="http://schemas.microsoft.com/office/drawing/2014/main" id="{76B3F71C-B897-4909-A75E-8716AD49C1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F78BC14-5BB1-405F-A6F3-C07230F085C8}"/>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2815940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6B671BDE-E45C-41A1-9B98-4A607D703855}"/>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Rectangle 12">
            <a:extLst>
              <a:ext uri="{FF2B5EF4-FFF2-40B4-BE49-F238E27FC236}">
                <a16:creationId xmlns:a16="http://schemas.microsoft.com/office/drawing/2014/main" id="{299500CE-917A-4D03-A7DF-71D8EBBC1537}"/>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C3D0D377-28B0-417D-886B-9483AF064975}"/>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F8F91F8-0767-40B5-A3AA-72931FC192EA}"/>
              </a:ext>
            </a:extLst>
          </p:cNvPr>
          <p:cNvSpPr>
            <a:spLocks noGrp="1"/>
          </p:cNvSpPr>
          <p:nvPr>
            <p:ph type="title"/>
          </p:nvPr>
        </p:nvSpPr>
        <p:spPr>
          <a:xfrm>
            <a:off x="1115568" y="548640"/>
            <a:ext cx="10168128" cy="1179576"/>
          </a:xfrm>
        </p:spPr>
        <p:txBody>
          <a:bodyPr>
            <a:normAutofit/>
          </a:bodyPr>
          <a:lstStyle>
            <a:lvl1pPr>
              <a:defRPr sz="4000"/>
            </a:lvl1pPr>
          </a:lstStyle>
          <a:p>
            <a:r>
              <a:rPr lang="en-US" dirty="0"/>
              <a:t>Click to edit Master title style</a:t>
            </a:r>
          </a:p>
        </p:txBody>
      </p:sp>
      <p:sp>
        <p:nvSpPr>
          <p:cNvPr id="3" name="Text Placeholder 2">
            <a:extLst>
              <a:ext uri="{FF2B5EF4-FFF2-40B4-BE49-F238E27FC236}">
                <a16:creationId xmlns:a16="http://schemas.microsoft.com/office/drawing/2014/main" id="{AAAE0554-8BEE-4BF6-9519-51B8475D35E1}"/>
              </a:ext>
            </a:extLst>
          </p:cNvPr>
          <p:cNvSpPr>
            <a:spLocks noGrp="1"/>
          </p:cNvSpPr>
          <p:nvPr>
            <p:ph type="body" idx="1"/>
          </p:nvPr>
        </p:nvSpPr>
        <p:spPr>
          <a:xfrm>
            <a:off x="1115568"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FD4A358D-C930-48E0-B372-06A826B74C47}"/>
              </a:ext>
            </a:extLst>
          </p:cNvPr>
          <p:cNvSpPr>
            <a:spLocks noGrp="1"/>
          </p:cNvSpPr>
          <p:nvPr>
            <p:ph sz="half" idx="2"/>
          </p:nvPr>
        </p:nvSpPr>
        <p:spPr>
          <a:xfrm>
            <a:off x="1115568" y="3203688"/>
            <a:ext cx="4937760" cy="2968512"/>
          </a:xfrm>
        </p:spPr>
        <p:txBody>
          <a:bodyPr/>
          <a:lstStyle>
            <a:lvl1pPr>
              <a:defRPr sz="2400"/>
            </a:lvl1pPr>
            <a:lvl2pPr>
              <a:defRPr sz="2000"/>
            </a:lvl2pPr>
            <a:lvl3pPr>
              <a:defRPr sz="1800"/>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83B6615E-4966-4150-83B6-C47591B36383}"/>
              </a:ext>
            </a:extLst>
          </p:cNvPr>
          <p:cNvSpPr>
            <a:spLocks noGrp="1"/>
          </p:cNvSpPr>
          <p:nvPr>
            <p:ph type="body" sz="quarter" idx="3"/>
          </p:nvPr>
        </p:nvSpPr>
        <p:spPr>
          <a:xfrm>
            <a:off x="6345936"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BD409F6B-C17B-4B4F-9F35-5068BDC4E2FD}"/>
              </a:ext>
            </a:extLst>
          </p:cNvPr>
          <p:cNvSpPr>
            <a:spLocks noGrp="1"/>
          </p:cNvSpPr>
          <p:nvPr>
            <p:ph sz="quarter" idx="4"/>
          </p:nvPr>
        </p:nvSpPr>
        <p:spPr>
          <a:xfrm>
            <a:off x="6345936" y="3203687"/>
            <a:ext cx="4937760" cy="2968511"/>
          </a:xfrm>
        </p:spPr>
        <p:txBody>
          <a:bodyPr/>
          <a:lstStyle>
            <a:lvl1pPr>
              <a:defRPr sz="2400"/>
            </a:lvl1pPr>
            <a:lvl2pPr>
              <a:defRPr sz="2000"/>
            </a:lvl2pPr>
            <a:lvl3pPr>
              <a:defRPr sz="1800"/>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C8BC356D-052B-4A9B-8B2F-6665FD325AB3}"/>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11/29/2025</a:t>
            </a:fld>
            <a:endParaRPr lang="en-US"/>
          </a:p>
        </p:txBody>
      </p:sp>
      <p:sp>
        <p:nvSpPr>
          <p:cNvPr id="8" name="Footer Placeholder 7">
            <a:extLst>
              <a:ext uri="{FF2B5EF4-FFF2-40B4-BE49-F238E27FC236}">
                <a16:creationId xmlns:a16="http://schemas.microsoft.com/office/drawing/2014/main" id="{69C5E5FA-26A9-467C-93E3-8476142D1D4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279E50C-1E40-4B48-871B-E392428D20A3}"/>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35554234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8C0689C4-0DB3-408B-A956-40326B4AE4C4}"/>
              </a:ext>
            </a:extLst>
          </p:cNvPr>
          <p:cNvSpPr/>
          <p:nvPr/>
        </p:nvSpPr>
        <p:spPr>
          <a:xfrm>
            <a:off x="665853" y="1533525"/>
            <a:ext cx="10917063" cy="3790950"/>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Rectangle 8">
            <a:extLst>
              <a:ext uri="{FF2B5EF4-FFF2-40B4-BE49-F238E27FC236}">
                <a16:creationId xmlns:a16="http://schemas.microsoft.com/office/drawing/2014/main" id="{56E1D10E-1C30-41BF-8C3B-C460C9B5597B}"/>
              </a:ext>
            </a:extLst>
          </p:cNvPr>
          <p:cNvSpPr/>
          <p:nvPr/>
        </p:nvSpPr>
        <p:spPr>
          <a:xfrm>
            <a:off x="609084" y="2971798"/>
            <a:ext cx="128016" cy="914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79454F2-0EE5-4888-AF4C-82F825E6226E}"/>
              </a:ext>
            </a:extLst>
          </p:cNvPr>
          <p:cNvSpPr>
            <a:spLocks noGrp="1"/>
          </p:cNvSpPr>
          <p:nvPr>
            <p:ph type="title"/>
          </p:nvPr>
        </p:nvSpPr>
        <p:spPr>
          <a:xfrm>
            <a:off x="1078992" y="1938528"/>
            <a:ext cx="10177272" cy="2990088"/>
          </a:xfrm>
        </p:spPr>
        <p:txBody>
          <a:bodyPr>
            <a:normAutofit/>
          </a:bodyPr>
          <a:lstStyle>
            <a:lvl1pPr>
              <a:defRPr sz="5400"/>
            </a:lvl1pPr>
          </a:lstStyle>
          <a:p>
            <a:r>
              <a:rPr lang="en-US" dirty="0"/>
              <a:t>Click to edit Master title style</a:t>
            </a:r>
          </a:p>
        </p:txBody>
      </p:sp>
      <p:sp>
        <p:nvSpPr>
          <p:cNvPr id="3" name="Date Placeholder 2">
            <a:extLst>
              <a:ext uri="{FF2B5EF4-FFF2-40B4-BE49-F238E27FC236}">
                <a16:creationId xmlns:a16="http://schemas.microsoft.com/office/drawing/2014/main" id="{67C91241-A315-4643-91E5-CF2C25CC903A}"/>
              </a:ext>
            </a:extLst>
          </p:cNvPr>
          <p:cNvSpPr>
            <a:spLocks noGrp="1"/>
          </p:cNvSpPr>
          <p:nvPr>
            <p:ph type="dt" sz="half" idx="10"/>
          </p:nvPr>
        </p:nvSpPr>
        <p:spPr/>
        <p:txBody>
          <a:bodyPr/>
          <a:lstStyle/>
          <a:p>
            <a:fld id="{02AC24A9-CCB6-4F8D-B8DB-C2F3692CFA5A}" type="datetimeFigureOut">
              <a:rPr lang="en-US" smtClean="0"/>
              <a:t>11/29/2025</a:t>
            </a:fld>
            <a:endParaRPr lang="en-US"/>
          </a:p>
        </p:txBody>
      </p:sp>
      <p:sp>
        <p:nvSpPr>
          <p:cNvPr id="4" name="Footer Placeholder 3">
            <a:extLst>
              <a:ext uri="{FF2B5EF4-FFF2-40B4-BE49-F238E27FC236}">
                <a16:creationId xmlns:a16="http://schemas.microsoft.com/office/drawing/2014/main" id="{22706D86-5479-487D-94C8-76093D84F37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7739411-CED6-43D4-868D-A65C4161A72B}"/>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11202333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C447E0-1D4D-4EF2-B81B-4B2400EE3EDB}"/>
              </a:ext>
            </a:extLst>
          </p:cNvPr>
          <p:cNvSpPr>
            <a:spLocks noGrp="1"/>
          </p:cNvSpPr>
          <p:nvPr>
            <p:ph type="dt" sz="half" idx="10"/>
          </p:nvPr>
        </p:nvSpPr>
        <p:spPr/>
        <p:txBody>
          <a:bodyPr/>
          <a:lstStyle/>
          <a:p>
            <a:fld id="{02AC24A9-CCB6-4F8D-B8DB-C2F3692CFA5A}" type="datetimeFigureOut">
              <a:rPr lang="en-US" smtClean="0"/>
              <a:t>11/29/2025</a:t>
            </a:fld>
            <a:endParaRPr lang="en-US"/>
          </a:p>
        </p:txBody>
      </p:sp>
      <p:sp>
        <p:nvSpPr>
          <p:cNvPr id="3" name="Footer Placeholder 2">
            <a:extLst>
              <a:ext uri="{FF2B5EF4-FFF2-40B4-BE49-F238E27FC236}">
                <a16:creationId xmlns:a16="http://schemas.microsoft.com/office/drawing/2014/main" id="{C9984CA0-2A78-4600-9F3D-19B09E790FE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8440955-B18E-49D3-AE7B-B331200E34C5}"/>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27961100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FA417FE-CD1A-486F-A4AC-E4000A2FB18E}"/>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1318F0F5-812B-472C-9408-B80F2553F5E0}"/>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7F7751B-CD8F-4F5B-A903-1DCE5D1E8306}"/>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dirty="0"/>
              <a:t>Click to edit Master title style</a:t>
            </a:r>
          </a:p>
        </p:txBody>
      </p:sp>
      <p:sp>
        <p:nvSpPr>
          <p:cNvPr id="3" name="Content Placeholder 2">
            <a:extLst>
              <a:ext uri="{FF2B5EF4-FFF2-40B4-BE49-F238E27FC236}">
                <a16:creationId xmlns:a16="http://schemas.microsoft.com/office/drawing/2014/main" id="{EFA55C8A-A0BB-441D-976F-EB56D4382DB6}"/>
              </a:ext>
            </a:extLst>
          </p:cNvPr>
          <p:cNvSpPr>
            <a:spLocks noGrp="1"/>
          </p:cNvSpPr>
          <p:nvPr>
            <p:ph idx="1"/>
          </p:nvPr>
        </p:nvSpPr>
        <p:spPr>
          <a:xfrm>
            <a:off x="4965192" y="1709928"/>
            <a:ext cx="6729984" cy="4096512"/>
          </a:xfrm>
        </p:spPr>
        <p:txBody>
          <a:bodyPr/>
          <a:lstStyle>
            <a:lvl1pPr>
              <a:defRPr sz="2800"/>
            </a:lvl1pPr>
            <a:lvl2pPr>
              <a:defRPr sz="24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37DE6A51-A2E5-4BFA-B571-9FDFE1BBFB44}"/>
              </a:ext>
            </a:extLst>
          </p:cNvPr>
          <p:cNvSpPr>
            <a:spLocks noGrp="1"/>
          </p:cNvSpPr>
          <p:nvPr>
            <p:ph type="body" sz="half" idx="2"/>
          </p:nvPr>
        </p:nvSpPr>
        <p:spPr>
          <a:xfrm>
            <a:off x="868680" y="3429000"/>
            <a:ext cx="3099816" cy="2066544"/>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3D92778A-DD4C-4651-9C53-8B0C44CD8805}"/>
              </a:ext>
            </a:extLst>
          </p:cNvPr>
          <p:cNvSpPr>
            <a:spLocks noGrp="1"/>
          </p:cNvSpPr>
          <p:nvPr>
            <p:ph type="dt" sz="half" idx="10"/>
          </p:nvPr>
        </p:nvSpPr>
        <p:spPr>
          <a:xfrm>
            <a:off x="868680" y="6356350"/>
            <a:ext cx="2743200" cy="365125"/>
          </a:xfrm>
        </p:spPr>
        <p:txBody>
          <a:bodyPr/>
          <a:lstStyle/>
          <a:p>
            <a:fld id="{02AC24A9-CCB6-4F8D-B8DB-C2F3692CFA5A}" type="datetimeFigureOut">
              <a:rPr lang="en-US" smtClean="0"/>
              <a:t>11/29/2025</a:t>
            </a:fld>
            <a:endParaRPr lang="en-US" dirty="0"/>
          </a:p>
        </p:txBody>
      </p:sp>
      <p:sp>
        <p:nvSpPr>
          <p:cNvPr id="6" name="Footer Placeholder 5">
            <a:extLst>
              <a:ext uri="{FF2B5EF4-FFF2-40B4-BE49-F238E27FC236}">
                <a16:creationId xmlns:a16="http://schemas.microsoft.com/office/drawing/2014/main" id="{9D6C7F66-2DFA-4146-BE1A-CE2890FE45E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285D185-B1B6-4D62-81BE-BE82C80ACA6C}"/>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18647654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68B77B5-211C-456E-B79F-306CC3619347}"/>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3B63C338-194D-4F23-ABEC-60A7EA96F302}"/>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0C04DCC-0E3E-4F05-9FAC-9FA6CA4B2BAE}"/>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dirty="0"/>
              <a:t>Click to edit Master title style</a:t>
            </a:r>
          </a:p>
        </p:txBody>
      </p:sp>
      <p:sp>
        <p:nvSpPr>
          <p:cNvPr id="3" name="Picture Placeholder 2">
            <a:extLst>
              <a:ext uri="{FF2B5EF4-FFF2-40B4-BE49-F238E27FC236}">
                <a16:creationId xmlns:a16="http://schemas.microsoft.com/office/drawing/2014/main" id="{EBA29649-B19F-499E-8E9A-3577EAC8F031}"/>
              </a:ext>
            </a:extLst>
          </p:cNvPr>
          <p:cNvSpPr>
            <a:spLocks noGrp="1"/>
          </p:cNvSpPr>
          <p:nvPr>
            <p:ph type="pic" idx="1"/>
          </p:nvPr>
        </p:nvSpPr>
        <p:spPr>
          <a:xfrm>
            <a:off x="4965192" y="1161288"/>
            <a:ext cx="6729984" cy="4645152"/>
          </a:xfrm>
        </p:spPr>
        <p:txBody>
          <a:bodyPr>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a:extLst>
              <a:ext uri="{FF2B5EF4-FFF2-40B4-BE49-F238E27FC236}">
                <a16:creationId xmlns:a16="http://schemas.microsoft.com/office/drawing/2014/main" id="{1BC9EF2E-A8CD-41A1-B11A-0D8842797A98}"/>
              </a:ext>
            </a:extLst>
          </p:cNvPr>
          <p:cNvSpPr>
            <a:spLocks noGrp="1"/>
          </p:cNvSpPr>
          <p:nvPr>
            <p:ph type="body" sz="half" idx="2"/>
          </p:nvPr>
        </p:nvSpPr>
        <p:spPr>
          <a:xfrm>
            <a:off x="868680" y="3438144"/>
            <a:ext cx="3099816" cy="2057400"/>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B44257B5-0DE0-401F-9171-E8687A97DBA7}"/>
              </a:ext>
            </a:extLst>
          </p:cNvPr>
          <p:cNvSpPr>
            <a:spLocks noGrp="1"/>
          </p:cNvSpPr>
          <p:nvPr>
            <p:ph type="dt" sz="half" idx="10"/>
          </p:nvPr>
        </p:nvSpPr>
        <p:spPr>
          <a:xfrm>
            <a:off x="868680" y="6356350"/>
            <a:ext cx="2743200" cy="365125"/>
          </a:xfrm>
        </p:spPr>
        <p:txBody>
          <a:bodyPr/>
          <a:lstStyle/>
          <a:p>
            <a:fld id="{02AC24A9-CCB6-4F8D-B8DB-C2F3692CFA5A}" type="datetimeFigureOut">
              <a:rPr lang="en-US" smtClean="0"/>
              <a:t>11/29/2025</a:t>
            </a:fld>
            <a:endParaRPr lang="en-US"/>
          </a:p>
        </p:txBody>
      </p:sp>
      <p:sp>
        <p:nvSpPr>
          <p:cNvPr id="6" name="Footer Placeholder 5">
            <a:extLst>
              <a:ext uri="{FF2B5EF4-FFF2-40B4-BE49-F238E27FC236}">
                <a16:creationId xmlns:a16="http://schemas.microsoft.com/office/drawing/2014/main" id="{788CD9AD-D667-4FD4-AA34-428AA0BCD09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8770FB6-F273-4BA6-8B97-9835AC537871}"/>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33693042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32C18-E430-4EC7-BD7C-99D86D012231}"/>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8FC5012F-7119-4D94-9717-3862E1C9384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9ED9A4A-D287-4207-9037-70DB007A1707}"/>
              </a:ext>
            </a:extLst>
          </p:cNvPr>
          <p:cNvSpPr>
            <a:spLocks noGrp="1"/>
          </p:cNvSpPr>
          <p:nvPr>
            <p:ph type="dt" sz="half" idx="10"/>
          </p:nvPr>
        </p:nvSpPr>
        <p:spPr/>
        <p:txBody>
          <a:bodyPr/>
          <a:lstStyle/>
          <a:p>
            <a:fld id="{02AC24A9-CCB6-4F8D-B8DB-C2F3692CFA5A}" type="datetimeFigureOut">
              <a:rPr lang="en-US" smtClean="0"/>
              <a:t>11/29/2025</a:t>
            </a:fld>
            <a:endParaRPr lang="en-US"/>
          </a:p>
        </p:txBody>
      </p:sp>
      <p:sp>
        <p:nvSpPr>
          <p:cNvPr id="5" name="Footer Placeholder 4">
            <a:extLst>
              <a:ext uri="{FF2B5EF4-FFF2-40B4-BE49-F238E27FC236}">
                <a16:creationId xmlns:a16="http://schemas.microsoft.com/office/drawing/2014/main" id="{61ECFCAC-80DB-43BB-B3F1-AC22BACEE3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7679730-3487-4D94-A0DC-C21684963AB3}"/>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6061945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543C89D-929E-4CD1-BCCC-72A14C0335D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FED450EA-A577-4B76-A12F-650BEB20FD8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1D2603B-9ACE-4FA9-805B-9B91EB63DF7D}"/>
              </a:ext>
            </a:extLst>
          </p:cNvPr>
          <p:cNvSpPr>
            <a:spLocks noGrp="1"/>
          </p:cNvSpPr>
          <p:nvPr>
            <p:ph type="dt" sz="half" idx="10"/>
          </p:nvPr>
        </p:nvSpPr>
        <p:spPr/>
        <p:txBody>
          <a:bodyPr/>
          <a:lstStyle/>
          <a:p>
            <a:fld id="{02AC24A9-CCB6-4F8D-B8DB-C2F3692CFA5A}" type="datetimeFigureOut">
              <a:rPr lang="en-US" smtClean="0"/>
              <a:t>11/29/2025</a:t>
            </a:fld>
            <a:endParaRPr lang="en-US"/>
          </a:p>
        </p:txBody>
      </p:sp>
      <p:sp>
        <p:nvSpPr>
          <p:cNvPr id="5" name="Footer Placeholder 4">
            <a:extLst>
              <a:ext uri="{FF2B5EF4-FFF2-40B4-BE49-F238E27FC236}">
                <a16:creationId xmlns:a16="http://schemas.microsoft.com/office/drawing/2014/main" id="{7ECE18AC-D6A9-4A61-885D-68E2B684A4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197AE4-AA47-4E14-8FFE-171FAE47F49E}"/>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33009815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325BDE-35A4-4AAD-960B-C1415864ADD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BE459C78-0CC4-4552-93DD-49B4194D005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6744A3C-9C54-46A6-B3EF-5B36362423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2AC24A9-CCB6-4F8D-B8DB-C2F3692CFA5A}" type="datetimeFigureOut">
              <a:rPr lang="en-US" smtClean="0"/>
              <a:t>11/29/2025</a:t>
            </a:fld>
            <a:endParaRPr lang="en-US"/>
          </a:p>
        </p:txBody>
      </p:sp>
      <p:sp>
        <p:nvSpPr>
          <p:cNvPr id="5" name="Footer Placeholder 4">
            <a:extLst>
              <a:ext uri="{FF2B5EF4-FFF2-40B4-BE49-F238E27FC236}">
                <a16:creationId xmlns:a16="http://schemas.microsoft.com/office/drawing/2014/main" id="{07D5A696-7B4B-4181-A961-7D66556D507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3038CB5-8F4A-401D-A3A9-B27DC15B7A8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DC25EE-239B-4C5F-AAD1-255A7D5F1EE2}" type="slidenum">
              <a:rPr lang="en-US" smtClean="0"/>
              <a:t>‹#›</a:t>
            </a:fld>
            <a:endParaRPr lang="en-US"/>
          </a:p>
        </p:txBody>
      </p:sp>
    </p:spTree>
    <p:extLst>
      <p:ext uri="{BB962C8B-B14F-4D97-AF65-F5344CB8AC3E}">
        <p14:creationId xmlns:p14="http://schemas.microsoft.com/office/powerpoint/2010/main" val="1478537909"/>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1" r:id="rId6"/>
    <p:sldLayoutId id="2147483727" r:id="rId7"/>
    <p:sldLayoutId id="2147483728" r:id="rId8"/>
    <p:sldLayoutId id="2147483729" r:id="rId9"/>
    <p:sldLayoutId id="2147483730" r:id="rId10"/>
    <p:sldLayoutId id="2147483732"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49" name="Rectangle 1048">
            <a:extLst>
              <a:ext uri="{FF2B5EF4-FFF2-40B4-BE49-F238E27FC236}">
                <a16:creationId xmlns:a16="http://schemas.microsoft.com/office/drawing/2014/main" id="{0671A8AE-40A1-4631-A6B8-581AFF0654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8" name="Picture 4" descr="An app can detect COVID-19 – level 1 - News in Levels">
            <a:extLst>
              <a:ext uri="{FF2B5EF4-FFF2-40B4-BE49-F238E27FC236}">
                <a16:creationId xmlns:a16="http://schemas.microsoft.com/office/drawing/2014/main" id="{F8A7004D-110E-C07C-18F2-8676DDCA7ED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22161" r="14639"/>
          <a:stretch>
            <a:fillRect/>
          </a:stretch>
        </p:blipFill>
        <p:spPr bwMode="auto">
          <a:xfrm>
            <a:off x="3523488" y="10"/>
            <a:ext cx="8668512" cy="6857990"/>
          </a:xfrm>
          <a:prstGeom prst="rect">
            <a:avLst/>
          </a:prstGeom>
          <a:noFill/>
          <a:extLst>
            <a:ext uri="{909E8E84-426E-40DD-AFC4-6F175D3DCCD1}">
              <a14:hiddenFill xmlns:a14="http://schemas.microsoft.com/office/drawing/2010/main">
                <a:solidFill>
                  <a:srgbClr val="FFFFFF"/>
                </a:solidFill>
              </a14:hiddenFill>
            </a:ext>
          </a:extLst>
        </p:spPr>
      </p:pic>
      <p:sp>
        <p:nvSpPr>
          <p:cNvPr id="1050" name="Rectangle 1049">
            <a:extLst>
              <a:ext uri="{FF2B5EF4-FFF2-40B4-BE49-F238E27FC236}">
                <a16:creationId xmlns:a16="http://schemas.microsoft.com/office/drawing/2014/main" id="{A44CD100-6267-4E62-AA64-2182A3A6A1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0"/>
            <a:ext cx="9339206" cy="6858000"/>
          </a:xfrm>
          <a:prstGeom prst="rect">
            <a:avLst/>
          </a:prstGeom>
          <a:gradFill>
            <a:gsLst>
              <a:gs pos="58000">
                <a:schemeClr val="tx1"/>
              </a:gs>
              <a:gs pos="33000">
                <a:schemeClr val="tx1">
                  <a:alpha val="64000"/>
                </a:schemeClr>
              </a:gs>
              <a:gs pos="0">
                <a:schemeClr val="tx1">
                  <a:alpha val="0"/>
                </a:schemeClr>
              </a:gs>
              <a:gs pos="100000">
                <a:schemeClr val="tx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7BB6330-2C68-09D1-B2B9-A37753F22210}"/>
              </a:ext>
            </a:extLst>
          </p:cNvPr>
          <p:cNvSpPr>
            <a:spLocks noGrp="1"/>
          </p:cNvSpPr>
          <p:nvPr>
            <p:ph type="ctrTitle"/>
          </p:nvPr>
        </p:nvSpPr>
        <p:spPr>
          <a:xfrm>
            <a:off x="477981" y="1122363"/>
            <a:ext cx="4023360" cy="3204134"/>
          </a:xfrm>
        </p:spPr>
        <p:txBody>
          <a:bodyPr anchor="b">
            <a:normAutofit/>
          </a:bodyPr>
          <a:lstStyle/>
          <a:p>
            <a:r>
              <a:rPr lang="en-US" sz="4800">
                <a:solidFill>
                  <a:schemeClr val="bg1"/>
                </a:solidFill>
              </a:rPr>
              <a:t>EyeTalk</a:t>
            </a:r>
          </a:p>
        </p:txBody>
      </p:sp>
      <p:sp>
        <p:nvSpPr>
          <p:cNvPr id="3" name="Subtitle 2">
            <a:extLst>
              <a:ext uri="{FF2B5EF4-FFF2-40B4-BE49-F238E27FC236}">
                <a16:creationId xmlns:a16="http://schemas.microsoft.com/office/drawing/2014/main" id="{1BBA1878-D1C8-5801-FFA9-BF40832CBC06}"/>
              </a:ext>
            </a:extLst>
          </p:cNvPr>
          <p:cNvSpPr>
            <a:spLocks noGrp="1"/>
          </p:cNvSpPr>
          <p:nvPr>
            <p:ph type="subTitle" idx="1"/>
          </p:nvPr>
        </p:nvSpPr>
        <p:spPr>
          <a:xfrm>
            <a:off x="477980" y="4872922"/>
            <a:ext cx="4023359" cy="1208141"/>
          </a:xfrm>
        </p:spPr>
        <p:txBody>
          <a:bodyPr>
            <a:normAutofit/>
          </a:bodyPr>
          <a:lstStyle/>
          <a:p>
            <a:r>
              <a:rPr lang="en-US" sz="2000" b="1">
                <a:solidFill>
                  <a:schemeClr val="bg1"/>
                </a:solidFill>
              </a:rPr>
              <a:t>An Accessible AAC Device Using Visual Speech</a:t>
            </a:r>
            <a:endParaRPr lang="en-US" sz="2000">
              <a:solidFill>
                <a:schemeClr val="bg1"/>
              </a:solidFill>
            </a:endParaRPr>
          </a:p>
        </p:txBody>
      </p:sp>
      <p:sp>
        <p:nvSpPr>
          <p:cNvPr id="1051" name="Rectangle 1050">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39" name="Rectangle 1038">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chemeClr val="bg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546703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FC115D4-0BAF-50F4-3FC0-624EDB3A00CF}"/>
              </a:ext>
            </a:extLst>
          </p:cNvPr>
          <p:cNvSpPr>
            <a:spLocks noGrp="1"/>
          </p:cNvSpPr>
          <p:nvPr>
            <p:ph type="title"/>
          </p:nvPr>
        </p:nvSpPr>
        <p:spPr>
          <a:xfrm>
            <a:off x="841248" y="256032"/>
            <a:ext cx="10506456" cy="1014984"/>
          </a:xfrm>
        </p:spPr>
        <p:txBody>
          <a:bodyPr anchor="b">
            <a:normAutofit/>
          </a:bodyPr>
          <a:lstStyle/>
          <a:p>
            <a:r>
              <a:rPr lang="en-US" b="1" dirty="0"/>
              <a:t>Challenges:</a:t>
            </a:r>
          </a:p>
        </p:txBody>
      </p:sp>
      <p:sp>
        <p:nvSpPr>
          <p:cNvPr id="20" name="Rectangle 19">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9144"/>
          </a:xfrm>
          <a:prstGeom prst="rect">
            <a:avLst/>
          </a:prstGeom>
          <a:solidFill>
            <a:schemeClr val="tx1">
              <a:lumMod val="65000"/>
              <a:lumOff val="35000"/>
              <a:alpha val="30000"/>
            </a:schemeClr>
          </a:solidFill>
          <a:ln w="9525">
            <a:solidFill>
              <a:schemeClr val="tx1">
                <a:lumMod val="65000"/>
                <a:lumOff val="35000"/>
                <a:alpha val="3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 name="Rectangle 21">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aphicFrame>
        <p:nvGraphicFramePr>
          <p:cNvPr id="5" name="Content Placeholder 2">
            <a:extLst>
              <a:ext uri="{FF2B5EF4-FFF2-40B4-BE49-F238E27FC236}">
                <a16:creationId xmlns:a16="http://schemas.microsoft.com/office/drawing/2014/main" id="{DE2DE47F-D3FC-6755-4DE2-35A9B9A5E121}"/>
              </a:ext>
            </a:extLst>
          </p:cNvPr>
          <p:cNvGraphicFramePr>
            <a:graphicFrameLocks noGrp="1"/>
          </p:cNvGraphicFramePr>
          <p:nvPr>
            <p:ph idx="1"/>
            <p:extLst>
              <p:ext uri="{D42A27DB-BD31-4B8C-83A1-F6EECF244321}">
                <p14:modId xmlns:p14="http://schemas.microsoft.com/office/powerpoint/2010/main" val="3772238462"/>
              </p:ext>
            </p:extLst>
          </p:nvPr>
        </p:nvGraphicFramePr>
        <p:xfrm>
          <a:off x="838200" y="1926266"/>
          <a:ext cx="10515600" cy="43575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5234618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2" name="Rectangle 31">
            <a:extLst>
              <a:ext uri="{FF2B5EF4-FFF2-40B4-BE49-F238E27FC236}">
                <a16:creationId xmlns:a16="http://schemas.microsoft.com/office/drawing/2014/main" id="{7301F447-EEF7-48F5-AF73-7566EE7F64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C3E6B17-C74A-7D49-BBE5-8F03F202D923}"/>
              </a:ext>
            </a:extLst>
          </p:cNvPr>
          <p:cNvSpPr>
            <a:spLocks noGrp="1"/>
          </p:cNvSpPr>
          <p:nvPr>
            <p:ph type="title"/>
          </p:nvPr>
        </p:nvSpPr>
        <p:spPr>
          <a:xfrm>
            <a:off x="841248" y="334644"/>
            <a:ext cx="10509504" cy="1076914"/>
          </a:xfrm>
        </p:spPr>
        <p:txBody>
          <a:bodyPr anchor="ctr">
            <a:normAutofit/>
          </a:bodyPr>
          <a:lstStyle/>
          <a:p>
            <a:r>
              <a:rPr lang="en-US" b="1" dirty="0"/>
              <a:t>Solution:</a:t>
            </a:r>
          </a:p>
        </p:txBody>
      </p:sp>
      <p:sp>
        <p:nvSpPr>
          <p:cNvPr id="34" name="Rectangle 33">
            <a:extLst>
              <a:ext uri="{FF2B5EF4-FFF2-40B4-BE49-F238E27FC236}">
                <a16:creationId xmlns:a16="http://schemas.microsoft.com/office/drawing/2014/main" id="{F7117410-A2A4-4085-9ADC-46744551DB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2772" y="0"/>
            <a:ext cx="10506456" cy="19138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6" name="Rectangle 35">
            <a:extLst>
              <a:ext uri="{FF2B5EF4-FFF2-40B4-BE49-F238E27FC236}">
                <a16:creationId xmlns:a16="http://schemas.microsoft.com/office/drawing/2014/main" id="{99F74EB5-E547-4FB4-95F5-BCC788F3C4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1512994"/>
            <a:ext cx="1050645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aphicFrame>
        <p:nvGraphicFramePr>
          <p:cNvPr id="18" name="Content Placeholder 2">
            <a:extLst>
              <a:ext uri="{FF2B5EF4-FFF2-40B4-BE49-F238E27FC236}">
                <a16:creationId xmlns:a16="http://schemas.microsoft.com/office/drawing/2014/main" id="{4D2F6031-3763-A0F3-22B2-DE52D5D2D1FD}"/>
              </a:ext>
            </a:extLst>
          </p:cNvPr>
          <p:cNvGraphicFramePr>
            <a:graphicFrameLocks noGrp="1"/>
          </p:cNvGraphicFramePr>
          <p:nvPr>
            <p:ph idx="1"/>
            <p:extLst>
              <p:ext uri="{D42A27DB-BD31-4B8C-83A1-F6EECF244321}">
                <p14:modId xmlns:p14="http://schemas.microsoft.com/office/powerpoint/2010/main" val="2744071226"/>
              </p:ext>
            </p:extLst>
          </p:nvPr>
        </p:nvGraphicFramePr>
        <p:xfrm>
          <a:off x="838200" y="1737360"/>
          <a:ext cx="10506456" cy="45354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557583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69E6EFEE-6516-482C-B143-F97F9BF89D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3" name="Rectangle 1032">
            <a:extLst>
              <a:ext uri="{FF2B5EF4-FFF2-40B4-BE49-F238E27FC236}">
                <a16:creationId xmlns:a16="http://schemas.microsoft.com/office/drawing/2014/main" id="{3DF0D2C0-CD0C-470C-8851-D8B2CC417C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2748766" y="3248002"/>
            <a:ext cx="5688917" cy="19138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026" name="Picture 2" descr="Lo que Stephen Hawking no supo de los agujeros negros">
            <a:extLst>
              <a:ext uri="{FF2B5EF4-FFF2-40B4-BE49-F238E27FC236}">
                <a16:creationId xmlns:a16="http://schemas.microsoft.com/office/drawing/2014/main" id="{09BB6341-8447-6E6B-76A5-B18E4E38969C}"/>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r="1" b="8265"/>
          <a:stretch>
            <a:fillRect/>
          </a:stretch>
        </p:blipFill>
        <p:spPr bwMode="auto">
          <a:xfrm>
            <a:off x="583656" y="499236"/>
            <a:ext cx="11024687" cy="56889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61691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69E6EFEE-6516-482C-B143-F97F9BF89D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DF0D2C0-CD0C-470C-8851-D8B2CC417C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2748766" y="3248002"/>
            <a:ext cx="5688917" cy="19138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3" name="Picture 2">
            <a:extLst>
              <a:ext uri="{FF2B5EF4-FFF2-40B4-BE49-F238E27FC236}">
                <a16:creationId xmlns:a16="http://schemas.microsoft.com/office/drawing/2014/main" id="{080C10F9-051B-751E-5A33-0F3DB5F641CB}"/>
              </a:ext>
            </a:extLst>
          </p:cNvPr>
          <p:cNvPicPr>
            <a:picLocks noChangeAspect="1"/>
          </p:cNvPicPr>
          <p:nvPr/>
        </p:nvPicPr>
        <p:blipFill>
          <a:blip r:embed="rId3"/>
          <a:stretch>
            <a:fillRect/>
          </a:stretch>
        </p:blipFill>
        <p:spPr>
          <a:xfrm>
            <a:off x="332403" y="951801"/>
            <a:ext cx="11527194" cy="4783787"/>
          </a:xfrm>
          <a:prstGeom prst="rect">
            <a:avLst/>
          </a:prstGeom>
        </p:spPr>
      </p:pic>
    </p:spTree>
    <p:extLst>
      <p:ext uri="{BB962C8B-B14F-4D97-AF65-F5344CB8AC3E}">
        <p14:creationId xmlns:p14="http://schemas.microsoft.com/office/powerpoint/2010/main" val="30361836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83" name="Rectangle 2082">
            <a:extLst>
              <a:ext uri="{FF2B5EF4-FFF2-40B4-BE49-F238E27FC236}">
                <a16:creationId xmlns:a16="http://schemas.microsoft.com/office/drawing/2014/main" id="{8F7AFB9A-7364-478C-B48B-8523CDD9AE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085" name="Freeform: Shape 2084">
            <a:extLst>
              <a:ext uri="{FF2B5EF4-FFF2-40B4-BE49-F238E27FC236}">
                <a16:creationId xmlns:a16="http://schemas.microsoft.com/office/drawing/2014/main" id="{36678033-86B6-40E6-BE90-78D8ED4E3A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96002" cy="6858000"/>
          </a:xfrm>
          <a:custGeom>
            <a:avLst/>
            <a:gdLst>
              <a:gd name="connsiteX0" fmla="*/ 0 w 6096002"/>
              <a:gd name="connsiteY0" fmla="*/ 0 h 6858000"/>
              <a:gd name="connsiteX1" fmla="*/ 4885967 w 6096002"/>
              <a:gd name="connsiteY1" fmla="*/ 0 h 6858000"/>
              <a:gd name="connsiteX2" fmla="*/ 4946007 w 6096002"/>
              <a:gd name="connsiteY2" fmla="*/ 69271 h 6858000"/>
              <a:gd name="connsiteX3" fmla="*/ 6096002 w 6096002"/>
              <a:gd name="connsiteY3" fmla="*/ 3429000 h 6858000"/>
              <a:gd name="connsiteX4" fmla="*/ 4946007 w 6096002"/>
              <a:gd name="connsiteY4" fmla="*/ 6788730 h 6858000"/>
              <a:gd name="connsiteX5" fmla="*/ 4885967 w 6096002"/>
              <a:gd name="connsiteY5" fmla="*/ 6858000 h 6858000"/>
              <a:gd name="connsiteX6" fmla="*/ 0 w 6096002"/>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6002" h="6858000">
                <a:moveTo>
                  <a:pt x="0" y="0"/>
                </a:moveTo>
                <a:lnTo>
                  <a:pt x="4885967" y="0"/>
                </a:lnTo>
                <a:lnTo>
                  <a:pt x="4946007" y="69271"/>
                </a:lnTo>
                <a:cubicBezTo>
                  <a:pt x="5656533" y="929100"/>
                  <a:pt x="6096002" y="2116944"/>
                  <a:pt x="6096002" y="3429000"/>
                </a:cubicBezTo>
                <a:cubicBezTo>
                  <a:pt x="6096002" y="4741056"/>
                  <a:pt x="5656533" y="5928900"/>
                  <a:pt x="4946007" y="6788730"/>
                </a:cubicBezTo>
                <a:lnTo>
                  <a:pt x="4885967" y="6858000"/>
                </a:lnTo>
                <a:lnTo>
                  <a:pt x="0" y="6858000"/>
                </a:lnTo>
                <a:close/>
              </a:path>
            </a:pathLst>
          </a:custGeom>
          <a:ln w="9525">
            <a:solidFill>
              <a:schemeClr val="tx2">
                <a:lumMod val="10000"/>
                <a:lumOff val="90000"/>
              </a:schemeClr>
            </a:solidFill>
          </a:ln>
          <a:effectLst>
            <a:outerShdw blurRad="50800" dist="38100" algn="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087" name="Freeform: Shape 2086">
            <a:extLst>
              <a:ext uri="{FF2B5EF4-FFF2-40B4-BE49-F238E27FC236}">
                <a16:creationId xmlns:a16="http://schemas.microsoft.com/office/drawing/2014/main" id="{D2542E1A-076E-4A34-BB67-2BF961754E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85370" cy="6858000"/>
          </a:xfrm>
          <a:custGeom>
            <a:avLst/>
            <a:gdLst>
              <a:gd name="connsiteX0" fmla="*/ 0 w 6085370"/>
              <a:gd name="connsiteY0" fmla="*/ 0 h 6858000"/>
              <a:gd name="connsiteX1" fmla="*/ 4875335 w 6085370"/>
              <a:gd name="connsiteY1" fmla="*/ 0 h 6858000"/>
              <a:gd name="connsiteX2" fmla="*/ 4935375 w 6085370"/>
              <a:gd name="connsiteY2" fmla="*/ 69271 h 6858000"/>
              <a:gd name="connsiteX3" fmla="*/ 6085370 w 6085370"/>
              <a:gd name="connsiteY3" fmla="*/ 3429000 h 6858000"/>
              <a:gd name="connsiteX4" fmla="*/ 4935375 w 6085370"/>
              <a:gd name="connsiteY4" fmla="*/ 6788730 h 6858000"/>
              <a:gd name="connsiteX5" fmla="*/ 4875335 w 6085370"/>
              <a:gd name="connsiteY5" fmla="*/ 6858000 h 6858000"/>
              <a:gd name="connsiteX6" fmla="*/ 0 w 608537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85370" h="6858000">
                <a:moveTo>
                  <a:pt x="0" y="0"/>
                </a:moveTo>
                <a:lnTo>
                  <a:pt x="4875335" y="0"/>
                </a:lnTo>
                <a:lnTo>
                  <a:pt x="4935375" y="69271"/>
                </a:lnTo>
                <a:cubicBezTo>
                  <a:pt x="5645901" y="929100"/>
                  <a:pt x="6085370" y="2116944"/>
                  <a:pt x="6085370" y="3429000"/>
                </a:cubicBezTo>
                <a:cubicBezTo>
                  <a:pt x="6085370" y="4741056"/>
                  <a:pt x="5645901" y="5928900"/>
                  <a:pt x="4935375" y="6788730"/>
                </a:cubicBezTo>
                <a:lnTo>
                  <a:pt x="4875335"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E800A4B8-084B-6BE5-B5C4-A8B5895FD764}"/>
              </a:ext>
            </a:extLst>
          </p:cNvPr>
          <p:cNvSpPr>
            <a:spLocks noGrp="1"/>
          </p:cNvSpPr>
          <p:nvPr>
            <p:ph type="title"/>
          </p:nvPr>
        </p:nvSpPr>
        <p:spPr>
          <a:xfrm>
            <a:off x="438913" y="859536"/>
            <a:ext cx="4832802" cy="1243584"/>
          </a:xfrm>
        </p:spPr>
        <p:txBody>
          <a:bodyPr>
            <a:normAutofit/>
          </a:bodyPr>
          <a:lstStyle/>
          <a:p>
            <a:r>
              <a:rPr lang="en-US" sz="3400" b="1" dirty="0"/>
              <a:t>Hardware stack:</a:t>
            </a:r>
          </a:p>
        </p:txBody>
      </p:sp>
      <p:sp>
        <p:nvSpPr>
          <p:cNvPr id="2089" name="Rectangle 2088">
            <a:extLst>
              <a:ext uri="{FF2B5EF4-FFF2-40B4-BE49-F238E27FC236}">
                <a16:creationId xmlns:a16="http://schemas.microsoft.com/office/drawing/2014/main" id="{75C56826-D4E5-42ED-8529-079651CB30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152144"/>
            <a:ext cx="128016" cy="65390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91" name="Rectangle 2090">
            <a:extLst>
              <a:ext uri="{FF2B5EF4-FFF2-40B4-BE49-F238E27FC236}">
                <a16:creationId xmlns:a16="http://schemas.microsoft.com/office/drawing/2014/main" id="{82095FCE-EF05-4443-B97A-85DEE3A5CA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8912" y="2185062"/>
            <a:ext cx="4983480"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856EBAF6-921F-D6D9-2005-52A2392A7085}"/>
              </a:ext>
            </a:extLst>
          </p:cNvPr>
          <p:cNvSpPr>
            <a:spLocks noGrp="1"/>
          </p:cNvSpPr>
          <p:nvPr>
            <p:ph idx="1"/>
          </p:nvPr>
        </p:nvSpPr>
        <p:spPr>
          <a:xfrm>
            <a:off x="438912" y="2512611"/>
            <a:ext cx="4832803" cy="3664351"/>
          </a:xfrm>
        </p:spPr>
        <p:txBody>
          <a:bodyPr>
            <a:normAutofit/>
          </a:bodyPr>
          <a:lstStyle/>
          <a:p>
            <a:r>
              <a:rPr lang="en-US" sz="1800" b="1" dirty="0"/>
              <a:t>Raspberry Pi 5 8GB </a:t>
            </a:r>
            <a:r>
              <a:rPr lang="en-US" sz="1800" dirty="0"/>
              <a:t>(Possibility of a more power processing unit if need be).</a:t>
            </a:r>
          </a:p>
          <a:p>
            <a:r>
              <a:rPr lang="en-US" sz="1800" b="1" dirty="0"/>
              <a:t>IR Camera Module </a:t>
            </a:r>
            <a:r>
              <a:rPr lang="en-US" sz="1800" dirty="0"/>
              <a:t>(With </a:t>
            </a:r>
            <a:r>
              <a:rPr lang="en-US" sz="1800"/>
              <a:t>NoIR</a:t>
            </a:r>
            <a:r>
              <a:rPr lang="en-US" sz="1800" dirty="0"/>
              <a:t> filter).</a:t>
            </a:r>
          </a:p>
          <a:p>
            <a:r>
              <a:rPr lang="en-US" sz="1800" dirty="0"/>
              <a:t>Portable Power Bank or Portable Power Supply.</a:t>
            </a:r>
          </a:p>
          <a:p>
            <a:r>
              <a:rPr lang="en-US" sz="1800" dirty="0"/>
              <a:t>3D-Printed Design.</a:t>
            </a:r>
          </a:p>
          <a:p>
            <a:endParaRPr lang="en-US" sz="1800" dirty="0"/>
          </a:p>
          <a:p>
            <a:r>
              <a:rPr lang="en-US" sz="1800" b="1" dirty="0"/>
              <a:t>Total Cost: </a:t>
            </a:r>
            <a:r>
              <a:rPr lang="en-US" sz="1800" dirty="0"/>
              <a:t>~15000 – 20000 EGP</a:t>
            </a:r>
          </a:p>
        </p:txBody>
      </p:sp>
      <p:pic>
        <p:nvPicPr>
          <p:cNvPr id="7" name="Picture 6">
            <a:extLst>
              <a:ext uri="{FF2B5EF4-FFF2-40B4-BE49-F238E27FC236}">
                <a16:creationId xmlns:a16="http://schemas.microsoft.com/office/drawing/2014/main" id="{C09303CF-ADEA-1CDF-A0A5-3E124A430B52}"/>
              </a:ext>
            </a:extLst>
          </p:cNvPr>
          <p:cNvPicPr>
            <a:picLocks noChangeAspect="1"/>
          </p:cNvPicPr>
          <p:nvPr/>
        </p:nvPicPr>
        <p:blipFill>
          <a:blip r:embed="rId2"/>
          <a:stretch>
            <a:fillRect/>
          </a:stretch>
        </p:blipFill>
        <p:spPr>
          <a:xfrm>
            <a:off x="6617368" y="618110"/>
            <a:ext cx="5135719" cy="2542180"/>
          </a:xfrm>
          <a:prstGeom prst="rect">
            <a:avLst/>
          </a:prstGeom>
        </p:spPr>
      </p:pic>
      <p:pic>
        <p:nvPicPr>
          <p:cNvPr id="5" name="Picture 4">
            <a:extLst>
              <a:ext uri="{FF2B5EF4-FFF2-40B4-BE49-F238E27FC236}">
                <a16:creationId xmlns:a16="http://schemas.microsoft.com/office/drawing/2014/main" id="{5476EC81-961B-38E3-AB01-BA7A573D8ABB}"/>
              </a:ext>
            </a:extLst>
          </p:cNvPr>
          <p:cNvPicPr>
            <a:picLocks noChangeAspect="1"/>
          </p:cNvPicPr>
          <p:nvPr/>
        </p:nvPicPr>
        <p:blipFill>
          <a:blip r:embed="rId3"/>
          <a:stretch>
            <a:fillRect/>
          </a:stretch>
        </p:blipFill>
        <p:spPr>
          <a:xfrm>
            <a:off x="6322524" y="4168790"/>
            <a:ext cx="5642952" cy="1680710"/>
          </a:xfrm>
          <a:prstGeom prst="rect">
            <a:avLst/>
          </a:prstGeom>
        </p:spPr>
      </p:pic>
    </p:spTree>
    <p:extLst>
      <p:ext uri="{BB962C8B-B14F-4D97-AF65-F5344CB8AC3E}">
        <p14:creationId xmlns:p14="http://schemas.microsoft.com/office/powerpoint/2010/main" val="3589621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D8B299-D98A-2FE6-F8FE-56FE0AC65059}"/>
              </a:ext>
            </a:extLst>
          </p:cNvPr>
          <p:cNvSpPr>
            <a:spLocks noGrp="1"/>
          </p:cNvSpPr>
          <p:nvPr>
            <p:ph type="title"/>
          </p:nvPr>
        </p:nvSpPr>
        <p:spPr/>
        <p:txBody>
          <a:bodyPr/>
          <a:lstStyle/>
          <a:p>
            <a:r>
              <a:rPr lang="en-US" b="1" dirty="0"/>
              <a:t>Camera Selection:</a:t>
            </a:r>
          </a:p>
        </p:txBody>
      </p:sp>
      <p:sp>
        <p:nvSpPr>
          <p:cNvPr id="3" name="Content Placeholder 2">
            <a:extLst>
              <a:ext uri="{FF2B5EF4-FFF2-40B4-BE49-F238E27FC236}">
                <a16:creationId xmlns:a16="http://schemas.microsoft.com/office/drawing/2014/main" id="{7841D583-63E7-200E-E3E3-502EBC16A25C}"/>
              </a:ext>
            </a:extLst>
          </p:cNvPr>
          <p:cNvSpPr>
            <a:spLocks noGrp="1"/>
          </p:cNvSpPr>
          <p:nvPr>
            <p:ph idx="1"/>
          </p:nvPr>
        </p:nvSpPr>
        <p:spPr/>
        <p:txBody>
          <a:bodyPr/>
          <a:lstStyle/>
          <a:p>
            <a:r>
              <a:rPr lang="en-US" dirty="0"/>
              <a:t>For Gaze tracking camera, there </a:t>
            </a:r>
            <a:r>
              <a:rPr lang="en-US" b="1" dirty="0"/>
              <a:t>MUST</a:t>
            </a:r>
            <a:r>
              <a:rPr lang="en-US" dirty="0"/>
              <a:t> be </a:t>
            </a:r>
            <a:r>
              <a:rPr lang="en-US" b="1" dirty="0"/>
              <a:t>two things </a:t>
            </a:r>
            <a:r>
              <a:rPr lang="en-US" dirty="0"/>
              <a:t>present:</a:t>
            </a:r>
          </a:p>
          <a:p>
            <a:pPr marL="914400" lvl="1" indent="-457200">
              <a:buAutoNum type="arabicPeriod"/>
            </a:pPr>
            <a:r>
              <a:rPr lang="en-US" dirty="0"/>
              <a:t>High camera sampling (</a:t>
            </a:r>
            <a:r>
              <a:rPr lang="en-US" dirty="0" err="1"/>
              <a:t>atleast</a:t>
            </a:r>
            <a:r>
              <a:rPr lang="en-US" dirty="0"/>
              <a:t> </a:t>
            </a:r>
            <a:r>
              <a:rPr lang="en-US" b="1" dirty="0"/>
              <a:t>120FPS</a:t>
            </a:r>
            <a:r>
              <a:rPr lang="en-US" dirty="0"/>
              <a:t>).</a:t>
            </a:r>
          </a:p>
          <a:p>
            <a:pPr marL="914400" lvl="1" indent="-457200">
              <a:buAutoNum type="arabicPeriod"/>
            </a:pPr>
            <a:r>
              <a:rPr lang="en-US" dirty="0"/>
              <a:t>Assisting </a:t>
            </a:r>
            <a:r>
              <a:rPr lang="en-US" b="1" dirty="0"/>
              <a:t>Infrared Lights</a:t>
            </a:r>
            <a:r>
              <a:rPr lang="en-US" dirty="0"/>
              <a:t> (to dispel screen reflections from the eye retinas).</a:t>
            </a:r>
          </a:p>
          <a:p>
            <a:pPr marL="914400" lvl="1" indent="-457200">
              <a:buAutoNum type="arabicPeriod"/>
            </a:pPr>
            <a:endParaRPr lang="en-US" dirty="0"/>
          </a:p>
          <a:p>
            <a:pPr marL="914400" lvl="1" indent="-457200">
              <a:buAutoNum type="arabicPeriod"/>
            </a:pPr>
            <a:endParaRPr lang="en-US" dirty="0"/>
          </a:p>
        </p:txBody>
      </p:sp>
    </p:spTree>
    <p:extLst>
      <p:ext uri="{BB962C8B-B14F-4D97-AF65-F5344CB8AC3E}">
        <p14:creationId xmlns:p14="http://schemas.microsoft.com/office/powerpoint/2010/main" val="38505373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C767AC-9064-9083-FB0A-83BE1AEEE8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9ECC45-6C8E-E1FC-68F6-DA98AF46F633}"/>
              </a:ext>
            </a:extLst>
          </p:cNvPr>
          <p:cNvSpPr>
            <a:spLocks noGrp="1"/>
          </p:cNvSpPr>
          <p:nvPr>
            <p:ph type="title"/>
          </p:nvPr>
        </p:nvSpPr>
        <p:spPr/>
        <p:txBody>
          <a:bodyPr>
            <a:normAutofit fontScale="90000"/>
          </a:bodyPr>
          <a:lstStyle/>
          <a:p>
            <a:r>
              <a:rPr lang="en-US" b="1" dirty="0"/>
              <a:t>Team Learning &amp; Researching Objectives:</a:t>
            </a:r>
          </a:p>
        </p:txBody>
      </p:sp>
      <p:sp>
        <p:nvSpPr>
          <p:cNvPr id="3" name="Text Placeholder 2">
            <a:extLst>
              <a:ext uri="{FF2B5EF4-FFF2-40B4-BE49-F238E27FC236}">
                <a16:creationId xmlns:a16="http://schemas.microsoft.com/office/drawing/2014/main" id="{E80D4D01-2116-7B44-59C9-B331DB4C83A4}"/>
              </a:ext>
            </a:extLst>
          </p:cNvPr>
          <p:cNvSpPr>
            <a:spLocks noGrp="1"/>
          </p:cNvSpPr>
          <p:nvPr>
            <p:ph type="body" idx="1"/>
          </p:nvPr>
        </p:nvSpPr>
        <p:spPr/>
        <p:txBody>
          <a:bodyPr/>
          <a:lstStyle/>
          <a:p>
            <a:r>
              <a:rPr lang="en-US" dirty="0"/>
              <a:t>Software Developers:</a:t>
            </a:r>
          </a:p>
        </p:txBody>
      </p:sp>
      <p:sp>
        <p:nvSpPr>
          <p:cNvPr id="4" name="Content Placeholder 3">
            <a:extLst>
              <a:ext uri="{FF2B5EF4-FFF2-40B4-BE49-F238E27FC236}">
                <a16:creationId xmlns:a16="http://schemas.microsoft.com/office/drawing/2014/main" id="{F9D9224D-FDF8-FDBF-EA38-361122D8EB74}"/>
              </a:ext>
            </a:extLst>
          </p:cNvPr>
          <p:cNvSpPr>
            <a:spLocks noGrp="1"/>
          </p:cNvSpPr>
          <p:nvPr>
            <p:ph sz="half" idx="2"/>
          </p:nvPr>
        </p:nvSpPr>
        <p:spPr/>
        <p:txBody>
          <a:bodyPr>
            <a:normAutofit fontScale="92500" lnSpcReduction="10000"/>
          </a:bodyPr>
          <a:lstStyle/>
          <a:p>
            <a:r>
              <a:rPr lang="en-US" dirty="0"/>
              <a:t>Python 3.</a:t>
            </a:r>
          </a:p>
          <a:p>
            <a:r>
              <a:rPr lang="en-US" dirty="0" err="1"/>
              <a:t>PyQT</a:t>
            </a:r>
            <a:r>
              <a:rPr lang="en-US" dirty="0"/>
              <a:t>, Modern </a:t>
            </a:r>
            <a:r>
              <a:rPr lang="en-US" dirty="0" err="1"/>
              <a:t>Tkinter</a:t>
            </a:r>
            <a:r>
              <a:rPr lang="en-US" dirty="0"/>
              <a:t>, </a:t>
            </a:r>
            <a:r>
              <a:rPr lang="en-US" dirty="0" err="1"/>
              <a:t>Kivy</a:t>
            </a:r>
            <a:r>
              <a:rPr lang="en-US" dirty="0"/>
              <a:t>.</a:t>
            </a:r>
          </a:p>
          <a:p>
            <a:r>
              <a:rPr lang="en-US" dirty="0" err="1"/>
              <a:t>Pytts</a:t>
            </a:r>
            <a:r>
              <a:rPr lang="en-US" dirty="0"/>
              <a:t> and other related libraries. </a:t>
            </a:r>
          </a:p>
        </p:txBody>
      </p:sp>
      <p:sp>
        <p:nvSpPr>
          <p:cNvPr id="5" name="Text Placeholder 4">
            <a:extLst>
              <a:ext uri="{FF2B5EF4-FFF2-40B4-BE49-F238E27FC236}">
                <a16:creationId xmlns:a16="http://schemas.microsoft.com/office/drawing/2014/main" id="{C3A23D72-22D7-8EE3-57EA-C5FD6A33568F}"/>
              </a:ext>
            </a:extLst>
          </p:cNvPr>
          <p:cNvSpPr>
            <a:spLocks noGrp="1"/>
          </p:cNvSpPr>
          <p:nvPr>
            <p:ph type="body" sz="quarter" idx="3"/>
          </p:nvPr>
        </p:nvSpPr>
        <p:spPr/>
        <p:txBody>
          <a:bodyPr/>
          <a:lstStyle/>
          <a:p>
            <a:r>
              <a:rPr lang="en-US" dirty="0"/>
              <a:t>AI Developers:</a:t>
            </a:r>
          </a:p>
        </p:txBody>
      </p:sp>
      <p:sp>
        <p:nvSpPr>
          <p:cNvPr id="6" name="Content Placeholder 5">
            <a:extLst>
              <a:ext uri="{FF2B5EF4-FFF2-40B4-BE49-F238E27FC236}">
                <a16:creationId xmlns:a16="http://schemas.microsoft.com/office/drawing/2014/main" id="{93CCC2B3-0872-150F-5BD3-AB628CB536DE}"/>
              </a:ext>
            </a:extLst>
          </p:cNvPr>
          <p:cNvSpPr>
            <a:spLocks noGrp="1"/>
          </p:cNvSpPr>
          <p:nvPr>
            <p:ph sz="quarter" idx="4"/>
          </p:nvPr>
        </p:nvSpPr>
        <p:spPr/>
        <p:txBody>
          <a:bodyPr>
            <a:normAutofit fontScale="92500" lnSpcReduction="10000"/>
          </a:bodyPr>
          <a:lstStyle/>
          <a:p>
            <a:r>
              <a:rPr lang="en-US" dirty="0"/>
              <a:t>Python 3.</a:t>
            </a:r>
          </a:p>
          <a:p>
            <a:r>
              <a:rPr lang="en-US" dirty="0"/>
              <a:t>Computer Vision (CNNs – Object Detection – Image Segmentation &amp; other Techniques).</a:t>
            </a:r>
          </a:p>
          <a:p>
            <a:r>
              <a:rPr lang="en-US" dirty="0"/>
              <a:t>OpenCV.</a:t>
            </a:r>
          </a:p>
          <a:p>
            <a:r>
              <a:rPr lang="en-US" dirty="0"/>
              <a:t>Google </a:t>
            </a:r>
            <a:r>
              <a:rPr lang="en-US" dirty="0" err="1"/>
              <a:t>Mediapipe</a:t>
            </a:r>
            <a:r>
              <a:rPr lang="en-US" dirty="0"/>
              <a:t> (MAIN LIBRARY).</a:t>
            </a:r>
          </a:p>
        </p:txBody>
      </p:sp>
    </p:spTree>
    <p:extLst>
      <p:ext uri="{BB962C8B-B14F-4D97-AF65-F5344CB8AC3E}">
        <p14:creationId xmlns:p14="http://schemas.microsoft.com/office/powerpoint/2010/main" val="12525340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4042301-567F-5C91-4150-9C9B756676B0}"/>
            </a:ext>
          </a:extLst>
        </p:cNvPr>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D1A4588A-55D5-49B8-BE41-54ACDCFF2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375482C7-E6C1-C394-2D4C-ABA73952EDC5}"/>
              </a:ext>
            </a:extLst>
          </p:cNvPr>
          <p:cNvPicPr>
            <a:picLocks noChangeAspect="1"/>
          </p:cNvPicPr>
          <p:nvPr/>
        </p:nvPicPr>
        <p:blipFill>
          <a:blip r:embed="rId3"/>
          <a:srcRect t="3962" b="20511"/>
          <a:stretch>
            <a:fillRect/>
          </a:stretch>
        </p:blipFill>
        <p:spPr>
          <a:xfrm>
            <a:off x="20" y="10"/>
            <a:ext cx="12191980" cy="4465973"/>
          </a:xfrm>
          <a:prstGeom prst="rect">
            <a:avLst/>
          </a:prstGeom>
        </p:spPr>
      </p:pic>
      <p:sp>
        <p:nvSpPr>
          <p:cNvPr id="26" name="Rectangle: Rounded Corners 25">
            <a:extLst>
              <a:ext uri="{FF2B5EF4-FFF2-40B4-BE49-F238E27FC236}">
                <a16:creationId xmlns:a16="http://schemas.microsoft.com/office/drawing/2014/main" id="{F97E7EA2-EDCD-47E9-81BC-415C606D1B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119552"/>
            <a:ext cx="9382538" cy="685800"/>
          </a:xfrm>
          <a:prstGeom prst="roundRect">
            <a:avLst>
              <a:gd name="adj"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A41006D-3D48-705D-C85D-94854E4B8E9F}"/>
              </a:ext>
            </a:extLst>
          </p:cNvPr>
          <p:cNvSpPr>
            <a:spLocks noGrp="1"/>
          </p:cNvSpPr>
          <p:nvPr>
            <p:ph type="title"/>
          </p:nvPr>
        </p:nvSpPr>
        <p:spPr>
          <a:xfrm>
            <a:off x="566928" y="4203278"/>
            <a:ext cx="8557193" cy="536063"/>
          </a:xfrm>
        </p:spPr>
        <p:txBody>
          <a:bodyPr>
            <a:normAutofit/>
          </a:bodyPr>
          <a:lstStyle/>
          <a:p>
            <a:r>
              <a:rPr lang="en-US" sz="2800" b="1">
                <a:solidFill>
                  <a:schemeClr val="bg1"/>
                </a:solidFill>
              </a:rPr>
              <a:t>Google Mediapipe:</a:t>
            </a:r>
          </a:p>
        </p:txBody>
      </p:sp>
      <p:sp>
        <p:nvSpPr>
          <p:cNvPr id="9" name="Content Placeholder 8">
            <a:extLst>
              <a:ext uri="{FF2B5EF4-FFF2-40B4-BE49-F238E27FC236}">
                <a16:creationId xmlns:a16="http://schemas.microsoft.com/office/drawing/2014/main" id="{31098051-B118-1515-DEB7-0EB1A394CAE9}"/>
              </a:ext>
            </a:extLst>
          </p:cNvPr>
          <p:cNvSpPr>
            <a:spLocks noGrp="1"/>
          </p:cNvSpPr>
          <p:nvPr>
            <p:ph idx="1"/>
          </p:nvPr>
        </p:nvSpPr>
        <p:spPr>
          <a:xfrm>
            <a:off x="566928" y="4956314"/>
            <a:ext cx="11058144" cy="1306417"/>
          </a:xfrm>
        </p:spPr>
        <p:txBody>
          <a:bodyPr>
            <a:normAutofit/>
          </a:bodyPr>
          <a:lstStyle/>
          <a:p>
            <a:pPr marL="0" indent="0">
              <a:buNone/>
            </a:pPr>
            <a:r>
              <a:rPr lang="en-US" sz="1700" dirty="0"/>
              <a:t>This model can track </a:t>
            </a:r>
            <a:r>
              <a:rPr lang="en-US" sz="1700" b="1" dirty="0"/>
              <a:t>landmarks</a:t>
            </a:r>
            <a:r>
              <a:rPr lang="en-US" sz="1700" dirty="0"/>
              <a:t> involving the </a:t>
            </a:r>
            <a:r>
              <a:rPr lang="en-US" sz="1700" b="1" dirty="0"/>
              <a:t>iris</a:t>
            </a:r>
            <a:r>
              <a:rPr lang="en-US" sz="1700" dirty="0"/>
              <a:t>, </a:t>
            </a:r>
            <a:r>
              <a:rPr lang="en-US" sz="1700" b="1" dirty="0"/>
              <a:t>pupil</a:t>
            </a:r>
            <a:r>
              <a:rPr lang="en-US" sz="1700" dirty="0"/>
              <a:t> and the </a:t>
            </a:r>
            <a:r>
              <a:rPr lang="en-US" sz="1700" b="1" dirty="0"/>
              <a:t>eye contours </a:t>
            </a:r>
            <a:r>
              <a:rPr lang="en-US" sz="1700" dirty="0"/>
              <a:t>using a single RGB camera, </a:t>
            </a:r>
            <a:r>
              <a:rPr lang="en-US" sz="1700" b="1" dirty="0"/>
              <a:t>in real-time</a:t>
            </a:r>
            <a:r>
              <a:rPr lang="en-US" sz="1700" dirty="0"/>
              <a:t>, without the need for specialized hardware. Through use of iris landmarks, the model is also able to determine the metric distance between the subject and the camera with relative error less than 10% </a:t>
            </a:r>
            <a:r>
              <a:rPr lang="en-US" sz="1700" b="1" dirty="0"/>
              <a:t>without the use of depth sensor</a:t>
            </a:r>
            <a:r>
              <a:rPr lang="en-US" sz="1700" dirty="0"/>
              <a:t>.</a:t>
            </a:r>
          </a:p>
        </p:txBody>
      </p:sp>
    </p:spTree>
    <p:extLst>
      <p:ext uri="{BB962C8B-B14F-4D97-AF65-F5344CB8AC3E}">
        <p14:creationId xmlns:p14="http://schemas.microsoft.com/office/powerpoint/2010/main" val="25033496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3E8A99-4408-B0F3-314C-B3F4C0493272}"/>
              </a:ext>
            </a:extLst>
          </p:cNvPr>
          <p:cNvSpPr>
            <a:spLocks noGrp="1"/>
          </p:cNvSpPr>
          <p:nvPr>
            <p:ph type="title"/>
          </p:nvPr>
        </p:nvSpPr>
        <p:spPr/>
        <p:txBody>
          <a:bodyPr/>
          <a:lstStyle/>
          <a:p>
            <a:r>
              <a:rPr lang="en-US" b="1" dirty="0"/>
              <a:t>Team structure:</a:t>
            </a:r>
          </a:p>
        </p:txBody>
      </p:sp>
      <p:sp>
        <p:nvSpPr>
          <p:cNvPr id="3" name="Text Placeholder 2">
            <a:extLst>
              <a:ext uri="{FF2B5EF4-FFF2-40B4-BE49-F238E27FC236}">
                <a16:creationId xmlns:a16="http://schemas.microsoft.com/office/drawing/2014/main" id="{9B75ED1B-E1B5-E6D1-F6C2-2FCC23E67790}"/>
              </a:ext>
            </a:extLst>
          </p:cNvPr>
          <p:cNvSpPr>
            <a:spLocks noGrp="1"/>
          </p:cNvSpPr>
          <p:nvPr>
            <p:ph type="body" idx="1"/>
          </p:nvPr>
        </p:nvSpPr>
        <p:spPr/>
        <p:txBody>
          <a:bodyPr/>
          <a:lstStyle/>
          <a:p>
            <a:r>
              <a:rPr lang="en-US" dirty="0"/>
              <a:t>Software Developers</a:t>
            </a:r>
          </a:p>
        </p:txBody>
      </p:sp>
      <p:sp>
        <p:nvSpPr>
          <p:cNvPr id="4" name="Content Placeholder 3">
            <a:extLst>
              <a:ext uri="{FF2B5EF4-FFF2-40B4-BE49-F238E27FC236}">
                <a16:creationId xmlns:a16="http://schemas.microsoft.com/office/drawing/2014/main" id="{FD3F40DF-34C1-4F49-2D4D-11A6A75E2DA4}"/>
              </a:ext>
            </a:extLst>
          </p:cNvPr>
          <p:cNvSpPr>
            <a:spLocks noGrp="1"/>
          </p:cNvSpPr>
          <p:nvPr>
            <p:ph sz="half" idx="2"/>
          </p:nvPr>
        </p:nvSpPr>
        <p:spPr/>
        <p:txBody>
          <a:bodyPr>
            <a:normAutofit lnSpcReduction="10000"/>
          </a:bodyPr>
          <a:lstStyle/>
          <a:p>
            <a:r>
              <a:rPr lang="en-US" dirty="0"/>
              <a:t>Fatma Ahmed </a:t>
            </a:r>
            <a:r>
              <a:rPr lang="en-US" dirty="0" err="1"/>
              <a:t>Elawady</a:t>
            </a:r>
            <a:endParaRPr lang="en-US" dirty="0"/>
          </a:p>
          <a:p>
            <a:r>
              <a:rPr lang="en-US" dirty="0"/>
              <a:t>Hassan Abd </a:t>
            </a:r>
            <a:r>
              <a:rPr lang="en-US" dirty="0" err="1"/>
              <a:t>Elsalam</a:t>
            </a:r>
            <a:endParaRPr lang="en-US" dirty="0"/>
          </a:p>
          <a:p>
            <a:r>
              <a:rPr lang="en-US" dirty="0"/>
              <a:t>Hagar Mohamed</a:t>
            </a:r>
          </a:p>
          <a:p>
            <a:r>
              <a:rPr lang="en-US" dirty="0"/>
              <a:t>Andrew Emad</a:t>
            </a:r>
          </a:p>
          <a:p>
            <a:r>
              <a:rPr lang="en-US" dirty="0"/>
              <a:t>Zyad </a:t>
            </a:r>
            <a:r>
              <a:rPr lang="en-US" dirty="0" err="1"/>
              <a:t>Refaie</a:t>
            </a:r>
            <a:r>
              <a:rPr lang="en-US" dirty="0"/>
              <a:t> Abu </a:t>
            </a:r>
            <a:r>
              <a:rPr lang="en-US" dirty="0" err="1"/>
              <a:t>Alftooh</a:t>
            </a:r>
            <a:r>
              <a:rPr lang="en-US" dirty="0"/>
              <a:t> (Software Leader)</a:t>
            </a:r>
          </a:p>
        </p:txBody>
      </p:sp>
      <p:sp>
        <p:nvSpPr>
          <p:cNvPr id="5" name="Text Placeholder 4">
            <a:extLst>
              <a:ext uri="{FF2B5EF4-FFF2-40B4-BE49-F238E27FC236}">
                <a16:creationId xmlns:a16="http://schemas.microsoft.com/office/drawing/2014/main" id="{B6EF5DEB-F33F-598D-EEAD-801DC767BE03}"/>
              </a:ext>
            </a:extLst>
          </p:cNvPr>
          <p:cNvSpPr>
            <a:spLocks noGrp="1"/>
          </p:cNvSpPr>
          <p:nvPr>
            <p:ph type="body" sz="quarter" idx="3"/>
          </p:nvPr>
        </p:nvSpPr>
        <p:spPr/>
        <p:txBody>
          <a:bodyPr/>
          <a:lstStyle/>
          <a:p>
            <a:r>
              <a:rPr lang="en-US" dirty="0"/>
              <a:t>AI Developers</a:t>
            </a:r>
          </a:p>
        </p:txBody>
      </p:sp>
      <p:sp>
        <p:nvSpPr>
          <p:cNvPr id="6" name="Content Placeholder 5">
            <a:extLst>
              <a:ext uri="{FF2B5EF4-FFF2-40B4-BE49-F238E27FC236}">
                <a16:creationId xmlns:a16="http://schemas.microsoft.com/office/drawing/2014/main" id="{EA101FDD-5E55-AF7B-A96B-6EDC73254494}"/>
              </a:ext>
            </a:extLst>
          </p:cNvPr>
          <p:cNvSpPr>
            <a:spLocks noGrp="1"/>
          </p:cNvSpPr>
          <p:nvPr>
            <p:ph sz="quarter" idx="4"/>
          </p:nvPr>
        </p:nvSpPr>
        <p:spPr/>
        <p:txBody>
          <a:bodyPr>
            <a:normAutofit lnSpcReduction="10000"/>
          </a:bodyPr>
          <a:lstStyle/>
          <a:p>
            <a:r>
              <a:rPr lang="en-US" dirty="0"/>
              <a:t>Basel Mohamed Mostafa (AI Leader)</a:t>
            </a:r>
          </a:p>
          <a:p>
            <a:r>
              <a:rPr lang="en-US" dirty="0"/>
              <a:t>Hussein Hisham Ali</a:t>
            </a:r>
          </a:p>
          <a:p>
            <a:r>
              <a:rPr lang="en-US" dirty="0"/>
              <a:t>Mohamed Ahmed Abd Elnour</a:t>
            </a:r>
          </a:p>
          <a:p>
            <a:r>
              <a:rPr lang="en-US" dirty="0"/>
              <a:t>Abdullah Sayed Mohamed</a:t>
            </a:r>
          </a:p>
          <a:p>
            <a:r>
              <a:rPr lang="en-US" dirty="0"/>
              <a:t>Mariam Nashaat Bishry</a:t>
            </a:r>
          </a:p>
          <a:p>
            <a:endParaRPr lang="en-US" dirty="0"/>
          </a:p>
        </p:txBody>
      </p:sp>
    </p:spTree>
    <p:extLst>
      <p:ext uri="{BB962C8B-B14F-4D97-AF65-F5344CB8AC3E}">
        <p14:creationId xmlns:p14="http://schemas.microsoft.com/office/powerpoint/2010/main" val="6957053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1C799903-48D5-4A31-A1A2-541072D977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9" name="Freeform: Shape 18">
            <a:extLst>
              <a:ext uri="{FF2B5EF4-FFF2-40B4-BE49-F238E27FC236}">
                <a16:creationId xmlns:a16="http://schemas.microsoft.com/office/drawing/2014/main" id="{8EFFF109-FC58-4FD3-BE05-9775A1310F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8889" cy="6858000"/>
          </a:xfrm>
          <a:custGeom>
            <a:avLst/>
            <a:gdLst>
              <a:gd name="connsiteX0" fmla="*/ 0 w 4818889"/>
              <a:gd name="connsiteY0" fmla="*/ 0 h 6858000"/>
              <a:gd name="connsiteX1" fmla="*/ 3605911 w 4818889"/>
              <a:gd name="connsiteY1" fmla="*/ 0 h 6858000"/>
              <a:gd name="connsiteX2" fmla="*/ 3668894 w 4818889"/>
              <a:gd name="connsiteY2" fmla="*/ 69271 h 6858000"/>
              <a:gd name="connsiteX3" fmla="*/ 4818889 w 4818889"/>
              <a:gd name="connsiteY3" fmla="*/ 3429000 h 6858000"/>
              <a:gd name="connsiteX4" fmla="*/ 3668894 w 4818889"/>
              <a:gd name="connsiteY4" fmla="*/ 6788730 h 6858000"/>
              <a:gd name="connsiteX5" fmla="*/ 3605911 w 4818889"/>
              <a:gd name="connsiteY5" fmla="*/ 6858000 h 6858000"/>
              <a:gd name="connsiteX6" fmla="*/ 0 w 481888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8889" h="6858000">
                <a:moveTo>
                  <a:pt x="0" y="0"/>
                </a:moveTo>
                <a:lnTo>
                  <a:pt x="3605911" y="0"/>
                </a:lnTo>
                <a:lnTo>
                  <a:pt x="3668894" y="69271"/>
                </a:lnTo>
                <a:cubicBezTo>
                  <a:pt x="4379420" y="929100"/>
                  <a:pt x="4818889" y="2116944"/>
                  <a:pt x="4818889" y="3429000"/>
                </a:cubicBezTo>
                <a:cubicBezTo>
                  <a:pt x="4818889" y="4741056"/>
                  <a:pt x="4379420" y="5928900"/>
                  <a:pt x="3668894" y="6788730"/>
                </a:cubicBezTo>
                <a:lnTo>
                  <a:pt x="3605911" y="6858000"/>
                </a:lnTo>
                <a:lnTo>
                  <a:pt x="0" y="6858000"/>
                </a:lnTo>
                <a:close/>
              </a:path>
            </a:pathLst>
          </a:custGeom>
          <a:ln w="9525">
            <a:solidFill>
              <a:schemeClr val="tx2">
                <a:lumMod val="10000"/>
                <a:lumOff val="90000"/>
              </a:schemeClr>
            </a:solidFill>
          </a:ln>
          <a:effectLst>
            <a:outerShdw blurRad="50800" dist="38100" algn="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1" name="Freeform: Shape 20">
            <a:extLst>
              <a:ext uri="{FF2B5EF4-FFF2-40B4-BE49-F238E27FC236}">
                <a16:creationId xmlns:a16="http://schemas.microsoft.com/office/drawing/2014/main" id="{E1B96AD6-92A9-4273-A62B-96A1C3E0BA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1477" cy="6858000"/>
          </a:xfrm>
          <a:custGeom>
            <a:avLst/>
            <a:gdLst>
              <a:gd name="connsiteX0" fmla="*/ 0 w 4811477"/>
              <a:gd name="connsiteY0" fmla="*/ 0 h 6858000"/>
              <a:gd name="connsiteX1" fmla="*/ 3598499 w 4811477"/>
              <a:gd name="connsiteY1" fmla="*/ 0 h 6858000"/>
              <a:gd name="connsiteX2" fmla="*/ 3661482 w 4811477"/>
              <a:gd name="connsiteY2" fmla="*/ 69271 h 6858000"/>
              <a:gd name="connsiteX3" fmla="*/ 4811477 w 4811477"/>
              <a:gd name="connsiteY3" fmla="*/ 3429000 h 6858000"/>
              <a:gd name="connsiteX4" fmla="*/ 3661482 w 4811477"/>
              <a:gd name="connsiteY4" fmla="*/ 6788730 h 6858000"/>
              <a:gd name="connsiteX5" fmla="*/ 3598499 w 4811477"/>
              <a:gd name="connsiteY5" fmla="*/ 6858000 h 6858000"/>
              <a:gd name="connsiteX6" fmla="*/ 0 w 481147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1477" h="6858000">
                <a:moveTo>
                  <a:pt x="0" y="0"/>
                </a:moveTo>
                <a:lnTo>
                  <a:pt x="3598499" y="0"/>
                </a:lnTo>
                <a:lnTo>
                  <a:pt x="3661482" y="69271"/>
                </a:lnTo>
                <a:cubicBezTo>
                  <a:pt x="4372008" y="929100"/>
                  <a:pt x="4811477" y="2116944"/>
                  <a:pt x="4811477" y="3429000"/>
                </a:cubicBezTo>
                <a:cubicBezTo>
                  <a:pt x="4811477" y="4741056"/>
                  <a:pt x="4372008" y="5928900"/>
                  <a:pt x="3661482" y="6788730"/>
                </a:cubicBezTo>
                <a:lnTo>
                  <a:pt x="3598499"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39D67208-1574-1B7C-6E2D-10B72D49CE94}"/>
              </a:ext>
            </a:extLst>
          </p:cNvPr>
          <p:cNvSpPr>
            <a:spLocks noGrp="1"/>
          </p:cNvSpPr>
          <p:nvPr>
            <p:ph type="title"/>
          </p:nvPr>
        </p:nvSpPr>
        <p:spPr>
          <a:xfrm>
            <a:off x="621792" y="1161288"/>
            <a:ext cx="3602736" cy="4526280"/>
          </a:xfrm>
        </p:spPr>
        <p:txBody>
          <a:bodyPr>
            <a:normAutofit/>
          </a:bodyPr>
          <a:lstStyle/>
          <a:p>
            <a:r>
              <a:rPr lang="en-US" b="1" dirty="0"/>
              <a:t>Expected outcomes &amp; Impact:</a:t>
            </a:r>
          </a:p>
        </p:txBody>
      </p:sp>
      <p:sp>
        <p:nvSpPr>
          <p:cNvPr id="23" name="Rectangle 22">
            <a:extLst>
              <a:ext uri="{FF2B5EF4-FFF2-40B4-BE49-F238E27FC236}">
                <a16:creationId xmlns:a16="http://schemas.microsoft.com/office/drawing/2014/main" id="{463EEC44-1BA3-44ED-81FC-A644B04B2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102049"/>
            <a:ext cx="128016" cy="65390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371D0D6B-3422-7F54-FDA7-586A027281CA}"/>
              </a:ext>
            </a:extLst>
          </p:cNvPr>
          <p:cNvSpPr>
            <a:spLocks noGrp="1"/>
          </p:cNvSpPr>
          <p:nvPr>
            <p:ph idx="1"/>
          </p:nvPr>
        </p:nvSpPr>
        <p:spPr>
          <a:xfrm>
            <a:off x="5434149" y="932688"/>
            <a:ext cx="5916603" cy="4992624"/>
          </a:xfrm>
        </p:spPr>
        <p:txBody>
          <a:bodyPr anchor="ctr">
            <a:normAutofit/>
          </a:bodyPr>
          <a:lstStyle/>
          <a:p>
            <a:pPr>
              <a:lnSpc>
                <a:spcPct val="100000"/>
              </a:lnSpc>
            </a:pPr>
            <a:r>
              <a:rPr lang="en-US" sz="2000" b="1" dirty="0"/>
              <a:t>Technical Deliverables:</a:t>
            </a:r>
          </a:p>
          <a:p>
            <a:pPr marL="457200" indent="-457200">
              <a:lnSpc>
                <a:spcPct val="100000"/>
              </a:lnSpc>
              <a:buFont typeface="+mj-lt"/>
              <a:buAutoNum type="arabicPeriod"/>
            </a:pPr>
            <a:r>
              <a:rPr lang="en-US" sz="2000" dirty="0"/>
              <a:t>Working eye-tracking prototype</a:t>
            </a:r>
          </a:p>
          <a:p>
            <a:pPr marL="457200" indent="-457200">
              <a:lnSpc>
                <a:spcPct val="100000"/>
              </a:lnSpc>
              <a:buFont typeface="+mj-lt"/>
              <a:buAutoNum type="arabicPeriod"/>
            </a:pPr>
            <a:r>
              <a:rPr lang="en-US" sz="2000" dirty="0"/>
              <a:t>Optimized virtual keyboard software</a:t>
            </a:r>
          </a:p>
          <a:p>
            <a:pPr marL="457200" indent="-457200">
              <a:lnSpc>
                <a:spcPct val="100000"/>
              </a:lnSpc>
              <a:buFont typeface="+mj-lt"/>
              <a:buAutoNum type="arabicPeriod"/>
            </a:pPr>
            <a:r>
              <a:rPr lang="en-US" sz="2000" dirty="0"/>
              <a:t>Portable hardware unit</a:t>
            </a:r>
          </a:p>
          <a:p>
            <a:pPr marL="457200" indent="-457200">
              <a:lnSpc>
                <a:spcPct val="100000"/>
              </a:lnSpc>
              <a:buFont typeface="+mj-lt"/>
              <a:buAutoNum type="arabicPeriod"/>
            </a:pPr>
            <a:r>
              <a:rPr lang="en-US" sz="2000" dirty="0"/>
              <a:t>Comprehensive documentation</a:t>
            </a:r>
          </a:p>
          <a:p>
            <a:pPr>
              <a:lnSpc>
                <a:spcPct val="100000"/>
              </a:lnSpc>
            </a:pPr>
            <a:endParaRPr lang="en-US" sz="2000" dirty="0"/>
          </a:p>
          <a:p>
            <a:pPr>
              <a:lnSpc>
                <a:spcPct val="100000"/>
              </a:lnSpc>
            </a:pPr>
            <a:r>
              <a:rPr lang="en-US" sz="2000" b="1" dirty="0"/>
              <a:t>Social Impact:</a:t>
            </a:r>
          </a:p>
          <a:p>
            <a:pPr marL="457200" indent="-457200">
              <a:lnSpc>
                <a:spcPct val="100000"/>
              </a:lnSpc>
              <a:buFont typeface="+mj-lt"/>
              <a:buAutoNum type="arabicPeriod"/>
            </a:pPr>
            <a:r>
              <a:rPr lang="en-US" sz="2000" dirty="0"/>
              <a:t>Affordable communication solution</a:t>
            </a:r>
          </a:p>
          <a:p>
            <a:pPr marL="457200" indent="-457200">
              <a:lnSpc>
                <a:spcPct val="100000"/>
              </a:lnSpc>
              <a:buFont typeface="+mj-lt"/>
              <a:buAutoNum type="arabicPeriod"/>
            </a:pPr>
            <a:r>
              <a:rPr lang="en-US" sz="2000" dirty="0"/>
              <a:t>Open-source potential</a:t>
            </a:r>
          </a:p>
          <a:p>
            <a:pPr marL="457200" indent="-457200">
              <a:lnSpc>
                <a:spcPct val="100000"/>
              </a:lnSpc>
              <a:buFont typeface="+mj-lt"/>
              <a:buAutoNum type="arabicPeriod"/>
            </a:pPr>
            <a:r>
              <a:rPr lang="en-US" sz="2000" dirty="0"/>
              <a:t>Improved quality of life for users</a:t>
            </a:r>
          </a:p>
          <a:p>
            <a:pPr marL="457200" indent="-457200">
              <a:lnSpc>
                <a:spcPct val="100000"/>
              </a:lnSpc>
              <a:buFont typeface="+mj-lt"/>
              <a:buAutoNum type="arabicPeriod"/>
            </a:pPr>
            <a:r>
              <a:rPr lang="en-US" sz="2000" dirty="0"/>
              <a:t>Foundation for future enhancements</a:t>
            </a:r>
          </a:p>
        </p:txBody>
      </p:sp>
    </p:spTree>
    <p:extLst>
      <p:ext uri="{BB962C8B-B14F-4D97-AF65-F5344CB8AC3E}">
        <p14:creationId xmlns:p14="http://schemas.microsoft.com/office/powerpoint/2010/main" val="10575399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A0844D6-F81A-E387-19DA-0AEA7D5321A6}"/>
              </a:ext>
            </a:extLst>
          </p:cNvPr>
          <p:cNvSpPr/>
          <p:nvPr/>
        </p:nvSpPr>
        <p:spPr>
          <a:xfrm>
            <a:off x="3215230" y="2646369"/>
            <a:ext cx="5761539" cy="1268361"/>
          </a:xfrm>
          <a:prstGeom prst="rect">
            <a:avLst/>
          </a:prstGeom>
          <a:solidFill>
            <a:srgbClr val="FFFF00"/>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extBox 1">
            <a:extLst>
              <a:ext uri="{FF2B5EF4-FFF2-40B4-BE49-F238E27FC236}">
                <a16:creationId xmlns:a16="http://schemas.microsoft.com/office/drawing/2014/main" id="{D4469458-955A-7BA9-888B-C84F779A2A17}"/>
              </a:ext>
            </a:extLst>
          </p:cNvPr>
          <p:cNvSpPr txBox="1"/>
          <p:nvPr/>
        </p:nvSpPr>
        <p:spPr>
          <a:xfrm>
            <a:off x="2941319" y="2818884"/>
            <a:ext cx="6309360" cy="923330"/>
          </a:xfrm>
          <a:prstGeom prst="rect">
            <a:avLst/>
          </a:prstGeom>
          <a:noFill/>
        </p:spPr>
        <p:txBody>
          <a:bodyPr wrap="square" rtlCol="0">
            <a:spAutoFit/>
          </a:bodyPr>
          <a:lstStyle/>
          <a:p>
            <a:pPr algn="ctr"/>
            <a:r>
              <a:rPr lang="en-US" sz="5400" b="1" dirty="0">
                <a:solidFill>
                  <a:srgbClr val="002060"/>
                </a:solidFill>
              </a:rPr>
              <a:t>End of Lecture</a:t>
            </a:r>
          </a:p>
        </p:txBody>
      </p:sp>
      <p:sp>
        <p:nvSpPr>
          <p:cNvPr id="6" name="TextBox 5">
            <a:extLst>
              <a:ext uri="{FF2B5EF4-FFF2-40B4-BE49-F238E27FC236}">
                <a16:creationId xmlns:a16="http://schemas.microsoft.com/office/drawing/2014/main" id="{0F9231F0-0846-0CAB-7DD5-8EEE72AF9C16}"/>
              </a:ext>
            </a:extLst>
          </p:cNvPr>
          <p:cNvSpPr txBox="1"/>
          <p:nvPr/>
        </p:nvSpPr>
        <p:spPr>
          <a:xfrm>
            <a:off x="2880769" y="4087245"/>
            <a:ext cx="6096000" cy="707886"/>
          </a:xfrm>
          <a:prstGeom prst="rect">
            <a:avLst/>
          </a:prstGeom>
          <a:noFill/>
        </p:spPr>
        <p:txBody>
          <a:bodyPr wrap="square">
            <a:spAutoFit/>
          </a:bodyPr>
          <a:lstStyle/>
          <a:p>
            <a:pPr algn="ctr"/>
            <a:r>
              <a:rPr lang="en-US" sz="4000" b="1" dirty="0">
                <a:solidFill>
                  <a:srgbClr val="92D050"/>
                </a:solidFill>
              </a:rPr>
              <a:t>Thank You</a:t>
            </a:r>
          </a:p>
        </p:txBody>
      </p:sp>
    </p:spTree>
    <p:extLst>
      <p:ext uri="{BB962C8B-B14F-4D97-AF65-F5344CB8AC3E}">
        <p14:creationId xmlns:p14="http://schemas.microsoft.com/office/powerpoint/2010/main" val="332334840"/>
      </p:ext>
    </p:extLst>
  </p:cSld>
  <p:clrMapOvr>
    <a:masterClrMapping/>
  </p:clrMapOvr>
</p:sld>
</file>

<file path=ppt/theme/theme1.xml><?xml version="1.0" encoding="utf-8"?>
<a:theme xmlns:a="http://schemas.openxmlformats.org/drawingml/2006/main" name="AccentBoxVTI">
  <a:themeElements>
    <a:clrScheme name="AccentBoxVTI">
      <a:dk1>
        <a:srgbClr val="000000"/>
      </a:dk1>
      <a:lt1>
        <a:sysClr val="window" lastClr="FFFFFF"/>
      </a:lt1>
      <a:dk2>
        <a:srgbClr val="262626"/>
      </a:dk2>
      <a:lt2>
        <a:srgbClr val="FFFFFF"/>
      </a:lt2>
      <a:accent1>
        <a:srgbClr val="F5A700"/>
      </a:accent1>
      <a:accent2>
        <a:srgbClr val="00A5AB"/>
      </a:accent2>
      <a:accent3>
        <a:srgbClr val="09963B"/>
      </a:accent3>
      <a:accent4>
        <a:srgbClr val="E64823"/>
      </a:accent4>
      <a:accent5>
        <a:srgbClr val="9C6A6A"/>
      </a:accent5>
      <a:accent6>
        <a:srgbClr val="824F8C"/>
      </a:accent6>
      <a:hlink>
        <a:srgbClr val="2998E3"/>
      </a:hlink>
      <a:folHlink>
        <a:srgbClr val="7F723D"/>
      </a:folHlink>
    </a:clrScheme>
    <a:fontScheme name="Avenir">
      <a:majorFont>
        <a:latin typeface="Avenir Next LT Pro"/>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ccentBoxVTI" id="{9F778A78-DC9A-453A-A82D-A75CAD503E15}" vid="{EA961113-7CC4-4569-8A6A-7BC2C1E2F40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183</TotalTime>
  <Words>366</Words>
  <Application>Microsoft Office PowerPoint</Application>
  <PresentationFormat>Widescreen</PresentationFormat>
  <Paragraphs>66</Paragraphs>
  <Slides>12</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Aptos</vt:lpstr>
      <vt:lpstr>Arial</vt:lpstr>
      <vt:lpstr>Avenir Next LT Pro</vt:lpstr>
      <vt:lpstr>Calibri</vt:lpstr>
      <vt:lpstr>AccentBoxVTI</vt:lpstr>
      <vt:lpstr>EyeTalk</vt:lpstr>
      <vt:lpstr>Challenges:</vt:lpstr>
      <vt:lpstr>Solution:</vt:lpstr>
      <vt:lpstr>PowerPoint Presentation</vt:lpstr>
      <vt:lpstr>PowerPoint Presentation</vt:lpstr>
      <vt:lpstr>Hardware stack:</vt:lpstr>
      <vt:lpstr>Camera Selection:</vt:lpstr>
      <vt:lpstr>Team Learning &amp; Researching Objectives:</vt:lpstr>
      <vt:lpstr>Google Mediapipe:</vt:lpstr>
      <vt:lpstr>Team structure:</vt:lpstr>
      <vt:lpstr>Expected outcomes &amp; Impact:</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eng.2021001</dc:creator>
  <cp:lastModifiedBy>Basel M. Mostafa Sayed</cp:lastModifiedBy>
  <cp:revision>12</cp:revision>
  <dcterms:created xsi:type="dcterms:W3CDTF">2025-10-29T15:05:51Z</dcterms:created>
  <dcterms:modified xsi:type="dcterms:W3CDTF">2025-11-29T18:12:18Z</dcterms:modified>
</cp:coreProperties>
</file>